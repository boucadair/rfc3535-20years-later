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1" r:id="rId3"/>
    <p:sldId id="265" r:id="rId4"/>
    <p:sldId id="266" r:id="rId5"/>
    <p:sldId id="267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F4F01F-CCAB-4265-9AD7-102F9D57BA48}" v="46" dt="2026-03-12T15:59:46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CADAIR Mohamed INNOV/NET" userId="2acbca90-6db1-4111-98c4-832797dda751" providerId="ADAL" clId="{A64BD271-A47C-4266-84F7-4325E25623CE}"/>
    <pc:docChg chg="undo custSel mod addSld delSld modSld sldOrd modMainMaster">
      <pc:chgData name="BOUCADAIR Mohamed INNOV/NET" userId="2acbca90-6db1-4111-98c4-832797dda751" providerId="ADAL" clId="{A64BD271-A47C-4266-84F7-4325E25623CE}" dt="2026-03-12T15:58:37.769" v="2355" actId="790"/>
      <pc:docMkLst>
        <pc:docMk/>
      </pc:docMkLst>
      <pc:sldChg chg="modSp mod">
        <pc:chgData name="BOUCADAIR Mohamed INNOV/NET" userId="2acbca90-6db1-4111-98c4-832797dda751" providerId="ADAL" clId="{A64BD271-A47C-4266-84F7-4325E25623CE}" dt="2026-03-09T12:36:51.719" v="19" actId="20577"/>
        <pc:sldMkLst>
          <pc:docMk/>
          <pc:sldMk cId="0" sldId="259"/>
        </pc:sldMkLst>
        <pc:spChg chg="mod">
          <ac:chgData name="BOUCADAIR Mohamed INNOV/NET" userId="2acbca90-6db1-4111-98c4-832797dda751" providerId="ADAL" clId="{A64BD271-A47C-4266-84F7-4325E25623CE}" dt="2026-03-09T12:36:51.719" v="19" actId="20577"/>
          <ac:spMkLst>
            <pc:docMk/>
            <pc:sldMk cId="0" sldId="259"/>
            <ac:spMk id="3" creationId="{7D893ED2-DA42-B459-30D9-F02181931E5E}"/>
          </ac:spMkLst>
        </pc:spChg>
      </pc:sldChg>
      <pc:sldChg chg="add del">
        <pc:chgData name="BOUCADAIR Mohamed INNOV/NET" userId="2acbca90-6db1-4111-98c4-832797dda751" providerId="ADAL" clId="{A64BD271-A47C-4266-84F7-4325E25623CE}" dt="2026-03-12T15:42:07.858" v="1708" actId="47"/>
        <pc:sldMkLst>
          <pc:docMk/>
          <pc:sldMk cId="185984007" sldId="260"/>
        </pc:sldMkLst>
      </pc:sldChg>
      <pc:sldChg chg="delSp del mod">
        <pc:chgData name="BOUCADAIR Mohamed INNOV/NET" userId="2acbca90-6db1-4111-98c4-832797dda751" providerId="ADAL" clId="{A64BD271-A47C-4266-84F7-4325E25623CE}" dt="2026-03-09T12:38:30.216" v="29" actId="2696"/>
        <pc:sldMkLst>
          <pc:docMk/>
          <pc:sldMk cId="2540836591" sldId="260"/>
        </pc:sldMkLst>
      </pc:sldChg>
      <pc:sldChg chg="addSp delSp modSp mod ord">
        <pc:chgData name="BOUCADAIR Mohamed INNOV/NET" userId="2acbca90-6db1-4111-98c4-832797dda751" providerId="ADAL" clId="{A64BD271-A47C-4266-84F7-4325E25623CE}" dt="2026-03-12T15:46:47.452" v="2001" actId="207"/>
        <pc:sldMkLst>
          <pc:docMk/>
          <pc:sldMk cId="3060814510" sldId="261"/>
        </pc:sldMkLst>
        <pc:spChg chg="mod">
          <ac:chgData name="BOUCADAIR Mohamed INNOV/NET" userId="2acbca90-6db1-4111-98c4-832797dda751" providerId="ADAL" clId="{A64BD271-A47C-4266-84F7-4325E25623CE}" dt="2026-03-12T15:14:48.948" v="368" actId="20577"/>
          <ac:spMkLst>
            <pc:docMk/>
            <pc:sldMk cId="3060814510" sldId="261"/>
            <ac:spMk id="2" creationId="{E69D160D-4266-95F5-B1C9-4945E70EF15D}"/>
          </ac:spMkLst>
        </pc:spChg>
        <pc:spChg chg="mod">
          <ac:chgData name="BOUCADAIR Mohamed INNOV/NET" userId="2acbca90-6db1-4111-98c4-832797dda751" providerId="ADAL" clId="{A64BD271-A47C-4266-84F7-4325E25623CE}" dt="2026-03-12T15:46:47.452" v="2001" actId="207"/>
          <ac:spMkLst>
            <pc:docMk/>
            <pc:sldMk cId="3060814510" sldId="261"/>
            <ac:spMk id="3" creationId="{97FAE649-637B-A694-27A6-9AC8CE999ADC}"/>
          </ac:spMkLst>
        </pc:spChg>
        <pc:spChg chg="add del mod">
          <ac:chgData name="BOUCADAIR Mohamed INNOV/NET" userId="2acbca90-6db1-4111-98c4-832797dda751" providerId="ADAL" clId="{A64BD271-A47C-4266-84F7-4325E25623CE}" dt="2026-03-12T15:19:12.054" v="713" actId="478"/>
          <ac:spMkLst>
            <pc:docMk/>
            <pc:sldMk cId="3060814510" sldId="261"/>
            <ac:spMk id="5" creationId="{F490B8F8-ADDB-143A-7606-E315D7E46B17}"/>
          </ac:spMkLst>
        </pc:spChg>
        <pc:spChg chg="add mod">
          <ac:chgData name="BOUCADAIR Mohamed INNOV/NET" userId="2acbca90-6db1-4111-98c4-832797dda751" providerId="ADAL" clId="{A64BD271-A47C-4266-84F7-4325E25623CE}" dt="2026-03-12T15:19:12.553" v="714"/>
          <ac:spMkLst>
            <pc:docMk/>
            <pc:sldMk cId="3060814510" sldId="261"/>
            <ac:spMk id="7" creationId="{0D4CDEAE-2A99-0B6D-2E8E-58B3640FCD87}"/>
          </ac:spMkLst>
        </pc:spChg>
        <pc:spChg chg="add mod">
          <ac:chgData name="BOUCADAIR Mohamed INNOV/NET" userId="2acbca90-6db1-4111-98c4-832797dda751" providerId="ADAL" clId="{A64BD271-A47C-4266-84F7-4325E25623CE}" dt="2026-03-12T15:19:12.553" v="714"/>
          <ac:spMkLst>
            <pc:docMk/>
            <pc:sldMk cId="3060814510" sldId="261"/>
            <ac:spMk id="9" creationId="{583A3915-4A5E-5961-BFAE-8459F1DFE51A}"/>
          </ac:spMkLst>
        </pc:spChg>
        <pc:spChg chg="add mod">
          <ac:chgData name="BOUCADAIR Mohamed INNOV/NET" userId="2acbca90-6db1-4111-98c4-832797dda751" providerId="ADAL" clId="{A64BD271-A47C-4266-84F7-4325E25623CE}" dt="2026-03-12T15:19:56.179" v="729" actId="6549"/>
          <ac:spMkLst>
            <pc:docMk/>
            <pc:sldMk cId="3060814510" sldId="261"/>
            <ac:spMk id="10" creationId="{AB9FC93B-3729-0E31-D9C2-DE87EC263968}"/>
          </ac:spMkLst>
        </pc:spChg>
        <pc:picChg chg="add del mod">
          <ac:chgData name="BOUCADAIR Mohamed INNOV/NET" userId="2acbca90-6db1-4111-98c4-832797dda751" providerId="ADAL" clId="{A64BD271-A47C-4266-84F7-4325E25623CE}" dt="2026-03-12T15:19:09.492" v="712" actId="478"/>
          <ac:picMkLst>
            <pc:docMk/>
            <pc:sldMk cId="3060814510" sldId="261"/>
            <ac:picMk id="4" creationId="{CFE78CE9-3AF1-96D3-234F-D719A90AE0A1}"/>
          </ac:picMkLst>
        </pc:picChg>
        <pc:picChg chg="add mod">
          <ac:chgData name="BOUCADAIR Mohamed INNOV/NET" userId="2acbca90-6db1-4111-98c4-832797dda751" providerId="ADAL" clId="{A64BD271-A47C-4266-84F7-4325E25623CE}" dt="2026-03-12T15:19:12.553" v="714"/>
          <ac:picMkLst>
            <pc:docMk/>
            <pc:sldMk cId="3060814510" sldId="261"/>
            <ac:picMk id="8" creationId="{18253E7F-05B8-AC22-67A7-48BC328773CD}"/>
          </ac:picMkLst>
        </pc:picChg>
        <pc:inkChg chg="add mod">
          <ac:chgData name="BOUCADAIR Mohamed INNOV/NET" userId="2acbca90-6db1-4111-98c4-832797dda751" providerId="ADAL" clId="{A64BD271-A47C-4266-84F7-4325E25623CE}" dt="2026-03-12T15:19:12.553" v="714"/>
          <ac:inkMkLst>
            <pc:docMk/>
            <pc:sldMk cId="3060814510" sldId="261"/>
            <ac:inkMk id="12" creationId="{27A78308-175E-4281-77A5-4FA61C943CEC}"/>
          </ac:inkMkLst>
        </pc:inkChg>
        <pc:inkChg chg="add mod">
          <ac:chgData name="BOUCADAIR Mohamed INNOV/NET" userId="2acbca90-6db1-4111-98c4-832797dda751" providerId="ADAL" clId="{A64BD271-A47C-4266-84F7-4325E25623CE}" dt="2026-03-12T15:19:12.553" v="714"/>
          <ac:inkMkLst>
            <pc:docMk/>
            <pc:sldMk cId="3060814510" sldId="261"/>
            <ac:inkMk id="13" creationId="{B0AD93CD-E063-E89D-91A8-2D2FF6B3D592}"/>
          </ac:inkMkLst>
        </pc:inkChg>
        <pc:inkChg chg="add mod">
          <ac:chgData name="BOUCADAIR Mohamed INNOV/NET" userId="2acbca90-6db1-4111-98c4-832797dda751" providerId="ADAL" clId="{A64BD271-A47C-4266-84F7-4325E25623CE}" dt="2026-03-12T15:19:12.553" v="714"/>
          <ac:inkMkLst>
            <pc:docMk/>
            <pc:sldMk cId="3060814510" sldId="261"/>
            <ac:inkMk id="20" creationId="{1F77967F-3F22-8F0D-90AE-BC5CE03E17A4}"/>
          </ac:inkMkLst>
        </pc:inkChg>
        <pc:inkChg chg="add mod">
          <ac:chgData name="BOUCADAIR Mohamed INNOV/NET" userId="2acbca90-6db1-4111-98c4-832797dda751" providerId="ADAL" clId="{A64BD271-A47C-4266-84F7-4325E25623CE}" dt="2026-03-12T15:19:12.553" v="714"/>
          <ac:inkMkLst>
            <pc:docMk/>
            <pc:sldMk cId="3060814510" sldId="261"/>
            <ac:inkMk id="21" creationId="{C4C5F96A-985D-30EE-E0F8-B43425857DC2}"/>
          </ac:inkMkLst>
        </pc:inkChg>
        <pc:inkChg chg="add mod">
          <ac:chgData name="BOUCADAIR Mohamed INNOV/NET" userId="2acbca90-6db1-4111-98c4-832797dda751" providerId="ADAL" clId="{A64BD271-A47C-4266-84F7-4325E25623CE}" dt="2026-03-12T15:19:12.553" v="714"/>
          <ac:inkMkLst>
            <pc:docMk/>
            <pc:sldMk cId="3060814510" sldId="261"/>
            <ac:inkMk id="23" creationId="{23144B34-C766-ADE2-3C0C-99AA157874B9}"/>
          </ac:inkMkLst>
        </pc:inkChg>
        <pc:inkChg chg="add mod">
          <ac:chgData name="BOUCADAIR Mohamed INNOV/NET" userId="2acbca90-6db1-4111-98c4-832797dda751" providerId="ADAL" clId="{A64BD271-A47C-4266-84F7-4325E25623CE}" dt="2026-03-12T15:19:12.553" v="714"/>
          <ac:inkMkLst>
            <pc:docMk/>
            <pc:sldMk cId="3060814510" sldId="261"/>
            <ac:inkMk id="25" creationId="{C095C10F-F4D2-14F5-22D1-74F5A2F6CECD}"/>
          </ac:inkMkLst>
        </pc:inkChg>
      </pc:sldChg>
      <pc:sldChg chg="del">
        <pc:chgData name="BOUCADAIR Mohamed INNOV/NET" userId="2acbca90-6db1-4111-98c4-832797dda751" providerId="ADAL" clId="{A64BD271-A47C-4266-84F7-4325E25623CE}" dt="2026-03-09T12:37:14.518" v="20" actId="47"/>
        <pc:sldMkLst>
          <pc:docMk/>
          <pc:sldMk cId="340950708" sldId="262"/>
        </pc:sldMkLst>
      </pc:sldChg>
      <pc:sldChg chg="delSp del mod ord">
        <pc:chgData name="BOUCADAIR Mohamed INNOV/NET" userId="2acbca90-6db1-4111-98c4-832797dda751" providerId="ADAL" clId="{A64BD271-A47C-4266-84F7-4325E25623CE}" dt="2026-03-12T15:20:24.776" v="730" actId="47"/>
        <pc:sldMkLst>
          <pc:docMk/>
          <pc:sldMk cId="1121464383" sldId="263"/>
        </pc:sldMkLst>
        <pc:spChg chg="del">
          <ac:chgData name="BOUCADAIR Mohamed INNOV/NET" userId="2acbca90-6db1-4111-98c4-832797dda751" providerId="ADAL" clId="{A64BD271-A47C-4266-84F7-4325E25623CE}" dt="2026-03-12T15:18:44.542" v="709" actId="478"/>
          <ac:spMkLst>
            <pc:docMk/>
            <pc:sldMk cId="1121464383" sldId="263"/>
            <ac:spMk id="15" creationId="{7AE170CA-2502-3E4F-7CE8-D81A1CF46597}"/>
          </ac:spMkLst>
        </pc:spChg>
        <pc:spChg chg="del">
          <ac:chgData name="BOUCADAIR Mohamed INNOV/NET" userId="2acbca90-6db1-4111-98c4-832797dda751" providerId="ADAL" clId="{A64BD271-A47C-4266-84F7-4325E25623CE}" dt="2026-03-12T15:18:41.822" v="708" actId="478"/>
          <ac:spMkLst>
            <pc:docMk/>
            <pc:sldMk cId="1121464383" sldId="263"/>
            <ac:spMk id="20" creationId="{4744A23B-D208-AE0C-9E55-18501168C5FE}"/>
          </ac:spMkLst>
        </pc:spChg>
        <pc:picChg chg="del">
          <ac:chgData name="BOUCADAIR Mohamed INNOV/NET" userId="2acbca90-6db1-4111-98c4-832797dda751" providerId="ADAL" clId="{A64BD271-A47C-4266-84F7-4325E25623CE}" dt="2026-03-12T15:18:39.781" v="707" actId="478"/>
          <ac:picMkLst>
            <pc:docMk/>
            <pc:sldMk cId="1121464383" sldId="263"/>
            <ac:picMk id="12" creationId="{0E507FA7-D660-2795-3B7F-535B5860222F}"/>
          </ac:picMkLst>
        </pc:picChg>
        <pc:picChg chg="del">
          <ac:chgData name="BOUCADAIR Mohamed INNOV/NET" userId="2acbca90-6db1-4111-98c4-832797dda751" providerId="ADAL" clId="{A64BD271-A47C-4266-84F7-4325E25623CE}" dt="2026-03-12T15:18:38.175" v="706" actId="478"/>
          <ac:picMkLst>
            <pc:docMk/>
            <pc:sldMk cId="1121464383" sldId="263"/>
            <ac:picMk id="14" creationId="{D532F873-1FC7-3ECC-48E8-A9577F88F6CF}"/>
          </ac:picMkLst>
        </pc:picChg>
      </pc:sldChg>
      <pc:sldChg chg="delSp modSp del mod">
        <pc:chgData name="BOUCADAIR Mohamed INNOV/NET" userId="2acbca90-6db1-4111-98c4-832797dda751" providerId="ADAL" clId="{A64BD271-A47C-4266-84F7-4325E25623CE}" dt="2026-03-12T15:27:57.212" v="1197" actId="47"/>
        <pc:sldMkLst>
          <pc:docMk/>
          <pc:sldMk cId="4032477269" sldId="264"/>
        </pc:sldMkLst>
      </pc:sldChg>
      <pc:sldChg chg="addSp delSp modSp new mod">
        <pc:chgData name="BOUCADAIR Mohamed INNOV/NET" userId="2acbca90-6db1-4111-98c4-832797dda751" providerId="ADAL" clId="{A64BD271-A47C-4266-84F7-4325E25623CE}" dt="2026-03-12T15:39:24.616" v="1647" actId="478"/>
        <pc:sldMkLst>
          <pc:docMk/>
          <pc:sldMk cId="305012172" sldId="265"/>
        </pc:sldMkLst>
        <pc:spChg chg="add del mod">
          <ac:chgData name="BOUCADAIR Mohamed INNOV/NET" userId="2acbca90-6db1-4111-98c4-832797dda751" providerId="ADAL" clId="{A64BD271-A47C-4266-84F7-4325E25623CE}" dt="2026-03-12T15:35:11.033" v="1517" actId="20577"/>
          <ac:spMkLst>
            <pc:docMk/>
            <pc:sldMk cId="305012172" sldId="265"/>
            <ac:spMk id="2" creationId="{21925F48-135D-CE0F-F70E-D9ED602FB4A7}"/>
          </ac:spMkLst>
        </pc:spChg>
        <pc:spChg chg="mod">
          <ac:chgData name="BOUCADAIR Mohamed INNOV/NET" userId="2acbca90-6db1-4111-98c4-832797dda751" providerId="ADAL" clId="{A64BD271-A47C-4266-84F7-4325E25623CE}" dt="2026-03-12T15:34:01.445" v="1455" actId="12"/>
          <ac:spMkLst>
            <pc:docMk/>
            <pc:sldMk cId="305012172" sldId="265"/>
            <ac:spMk id="3" creationId="{DA8B7783-D216-3497-9100-A03B2F3B5A8A}"/>
          </ac:spMkLst>
        </pc:spChg>
        <pc:spChg chg="del">
          <ac:chgData name="BOUCADAIR Mohamed INNOV/NET" userId="2acbca90-6db1-4111-98c4-832797dda751" providerId="ADAL" clId="{A64BD271-A47C-4266-84F7-4325E25623CE}" dt="2026-03-12T15:27:44.426" v="1194" actId="478"/>
          <ac:spMkLst>
            <pc:docMk/>
            <pc:sldMk cId="305012172" sldId="265"/>
            <ac:spMk id="4" creationId="{D9D47567-768E-893F-C693-1D1144833433}"/>
          </ac:spMkLst>
        </pc:spChg>
        <pc:spChg chg="del">
          <ac:chgData name="BOUCADAIR Mohamed INNOV/NET" userId="2acbca90-6db1-4111-98c4-832797dda751" providerId="ADAL" clId="{A64BD271-A47C-4266-84F7-4325E25623CE}" dt="2026-03-12T15:27:46.554" v="1195" actId="478"/>
          <ac:spMkLst>
            <pc:docMk/>
            <pc:sldMk cId="305012172" sldId="265"/>
            <ac:spMk id="5" creationId="{0DDE1D62-2BEC-37BA-D5BD-C39EA3C74664}"/>
          </ac:spMkLst>
        </pc:spChg>
        <pc:spChg chg="add del mod ord">
          <ac:chgData name="BOUCADAIR Mohamed INNOV/NET" userId="2acbca90-6db1-4111-98c4-832797dda751" providerId="ADAL" clId="{A64BD271-A47C-4266-84F7-4325E25623CE}" dt="2026-03-12T15:39:20.033" v="1645" actId="478"/>
          <ac:spMkLst>
            <pc:docMk/>
            <pc:sldMk cId="305012172" sldId="265"/>
            <ac:spMk id="7" creationId="{12BD9DB2-49C9-AA38-A2C7-C8CF102F0525}"/>
          </ac:spMkLst>
        </pc:spChg>
        <pc:spChg chg="add del mod">
          <ac:chgData name="BOUCADAIR Mohamed INNOV/NET" userId="2acbca90-6db1-4111-98c4-832797dda751" providerId="ADAL" clId="{A64BD271-A47C-4266-84F7-4325E25623CE}" dt="2026-03-12T15:38:01.735" v="1629" actId="478"/>
          <ac:spMkLst>
            <pc:docMk/>
            <pc:sldMk cId="305012172" sldId="265"/>
            <ac:spMk id="8" creationId="{7965D3E6-F42D-288D-0900-72831457DB5B}"/>
          </ac:spMkLst>
        </pc:spChg>
        <pc:spChg chg="add del mod ord">
          <ac:chgData name="BOUCADAIR Mohamed INNOV/NET" userId="2acbca90-6db1-4111-98c4-832797dda751" providerId="ADAL" clId="{A64BD271-A47C-4266-84F7-4325E25623CE}" dt="2026-03-12T15:39:22.608" v="1646" actId="478"/>
          <ac:spMkLst>
            <pc:docMk/>
            <pc:sldMk cId="305012172" sldId="265"/>
            <ac:spMk id="9" creationId="{54478E81-B82B-B320-0422-040C27C23C33}"/>
          </ac:spMkLst>
        </pc:spChg>
        <pc:spChg chg="add del mod">
          <ac:chgData name="BOUCADAIR Mohamed INNOV/NET" userId="2acbca90-6db1-4111-98c4-832797dda751" providerId="ADAL" clId="{A64BD271-A47C-4266-84F7-4325E25623CE}" dt="2026-03-12T15:39:24.616" v="1647" actId="478"/>
          <ac:spMkLst>
            <pc:docMk/>
            <pc:sldMk cId="305012172" sldId="265"/>
            <ac:spMk id="10" creationId="{7DFAB10E-6749-B24E-B2E4-BCC143047A17}"/>
          </ac:spMkLst>
        </pc:spChg>
      </pc:sldChg>
      <pc:sldChg chg="delSp modSp new del mod ord">
        <pc:chgData name="BOUCADAIR Mohamed INNOV/NET" userId="2acbca90-6db1-4111-98c4-832797dda751" providerId="ADAL" clId="{A64BD271-A47C-4266-84F7-4325E25623CE}" dt="2026-03-12T15:11:15.341" v="224" actId="47"/>
        <pc:sldMkLst>
          <pc:docMk/>
          <pc:sldMk cId="2511173909" sldId="265"/>
        </pc:sldMkLst>
        <pc:spChg chg="mod">
          <ac:chgData name="BOUCADAIR Mohamed INNOV/NET" userId="2acbca90-6db1-4111-98c4-832797dda751" providerId="ADAL" clId="{A64BD271-A47C-4266-84F7-4325E25623CE}" dt="2026-03-12T15:10:51.210" v="208" actId="20577"/>
          <ac:spMkLst>
            <pc:docMk/>
            <pc:sldMk cId="2511173909" sldId="265"/>
            <ac:spMk id="2" creationId="{1878B377-80C0-CDCD-D366-970E30F4EA8F}"/>
          </ac:spMkLst>
        </pc:spChg>
        <pc:spChg chg="mod">
          <ac:chgData name="BOUCADAIR Mohamed INNOV/NET" userId="2acbca90-6db1-4111-98c4-832797dda751" providerId="ADAL" clId="{A64BD271-A47C-4266-84F7-4325E25623CE}" dt="2026-03-12T15:05:42.300" v="184" actId="20577"/>
          <ac:spMkLst>
            <pc:docMk/>
            <pc:sldMk cId="2511173909" sldId="265"/>
            <ac:spMk id="3" creationId="{B5684696-8428-AB2E-5651-EADD42A6A9AE}"/>
          </ac:spMkLst>
        </pc:spChg>
        <pc:spChg chg="del">
          <ac:chgData name="BOUCADAIR Mohamed INNOV/NET" userId="2acbca90-6db1-4111-98c4-832797dda751" providerId="ADAL" clId="{A64BD271-A47C-4266-84F7-4325E25623CE}" dt="2026-03-12T15:06:00.313" v="186" actId="478"/>
          <ac:spMkLst>
            <pc:docMk/>
            <pc:sldMk cId="2511173909" sldId="265"/>
            <ac:spMk id="4" creationId="{E872FF66-B8A2-00B5-2843-837ACCF9B359}"/>
          </ac:spMkLst>
        </pc:spChg>
        <pc:spChg chg="del">
          <ac:chgData name="BOUCADAIR Mohamed INNOV/NET" userId="2acbca90-6db1-4111-98c4-832797dda751" providerId="ADAL" clId="{A64BD271-A47C-4266-84F7-4325E25623CE}" dt="2026-03-12T15:05:57.728" v="185" actId="478"/>
          <ac:spMkLst>
            <pc:docMk/>
            <pc:sldMk cId="2511173909" sldId="265"/>
            <ac:spMk id="5" creationId="{9414F26C-C9A4-04A4-6C3B-D2AD1B39365D}"/>
          </ac:spMkLst>
        </pc:spChg>
      </pc:sldChg>
      <pc:sldChg chg="addSp delSp modSp add mod">
        <pc:chgData name="BOUCADAIR Mohamed INNOV/NET" userId="2acbca90-6db1-4111-98c4-832797dda751" providerId="ADAL" clId="{A64BD271-A47C-4266-84F7-4325E25623CE}" dt="2026-03-12T15:57:08.530" v="2139" actId="167"/>
        <pc:sldMkLst>
          <pc:docMk/>
          <pc:sldMk cId="760348924" sldId="266"/>
        </pc:sldMkLst>
        <pc:spChg chg="add del mod">
          <ac:chgData name="BOUCADAIR Mohamed INNOV/NET" userId="2acbca90-6db1-4111-98c4-832797dda751" providerId="ADAL" clId="{A64BD271-A47C-4266-84F7-4325E25623CE}" dt="2026-03-12T15:42:03.235" v="1707"/>
          <ac:spMkLst>
            <pc:docMk/>
            <pc:sldMk cId="760348924" sldId="266"/>
            <ac:spMk id="2" creationId="{5BCB24E0-A314-53A6-D034-A7491B0775FA}"/>
          </ac:spMkLst>
        </pc:spChg>
        <pc:spChg chg="mod">
          <ac:chgData name="BOUCADAIR Mohamed INNOV/NET" userId="2acbca90-6db1-4111-98c4-832797dda751" providerId="ADAL" clId="{A64BD271-A47C-4266-84F7-4325E25623CE}" dt="2026-03-12T15:55:23.617" v="2131" actId="167"/>
          <ac:spMkLst>
            <pc:docMk/>
            <pc:sldMk cId="760348924" sldId="266"/>
            <ac:spMk id="3" creationId="{8B2EBB70-4E3C-8B99-C841-B12591177D5C}"/>
          </ac:spMkLst>
        </pc:spChg>
        <pc:spChg chg="add mod">
          <ac:chgData name="BOUCADAIR Mohamed INNOV/NET" userId="2acbca90-6db1-4111-98c4-832797dda751" providerId="ADAL" clId="{A64BD271-A47C-4266-84F7-4325E25623CE}" dt="2026-03-12T15:56:17.684" v="2134" actId="164"/>
          <ac:spMkLst>
            <pc:docMk/>
            <pc:sldMk cId="760348924" sldId="266"/>
            <ac:spMk id="4" creationId="{7163901E-CDA3-C576-80F3-B47D83F5FBAB}"/>
          </ac:spMkLst>
        </pc:spChg>
        <pc:spChg chg="add mod ord">
          <ac:chgData name="BOUCADAIR Mohamed INNOV/NET" userId="2acbca90-6db1-4111-98c4-832797dda751" providerId="ADAL" clId="{A64BD271-A47C-4266-84F7-4325E25623CE}" dt="2026-03-12T15:56:17.684" v="2134" actId="164"/>
          <ac:spMkLst>
            <pc:docMk/>
            <pc:sldMk cId="760348924" sldId="266"/>
            <ac:spMk id="5" creationId="{130DADE8-2DEE-F932-80E3-17A87AEB5B6A}"/>
          </ac:spMkLst>
        </pc:spChg>
        <pc:spChg chg="mod">
          <ac:chgData name="BOUCADAIR Mohamed INNOV/NET" userId="2acbca90-6db1-4111-98c4-832797dda751" providerId="ADAL" clId="{A64BD271-A47C-4266-84F7-4325E25623CE}" dt="2026-03-12T15:55:54.478" v="2132" actId="164"/>
          <ac:spMkLst>
            <pc:docMk/>
            <pc:sldMk cId="760348924" sldId="266"/>
            <ac:spMk id="7" creationId="{D1187CD3-24CD-DA5E-99A3-E7105F3D2421}"/>
          </ac:spMkLst>
        </pc:spChg>
        <pc:spChg chg="add mod ord">
          <ac:chgData name="BOUCADAIR Mohamed INNOV/NET" userId="2acbca90-6db1-4111-98c4-832797dda751" providerId="ADAL" clId="{A64BD271-A47C-4266-84F7-4325E25623CE}" dt="2026-03-12T15:56:47.439" v="2136" actId="164"/>
          <ac:spMkLst>
            <pc:docMk/>
            <pc:sldMk cId="760348924" sldId="266"/>
            <ac:spMk id="8" creationId="{90144FDB-5291-5CCE-1743-3220773141B0}"/>
          </ac:spMkLst>
        </pc:spChg>
        <pc:spChg chg="mod">
          <ac:chgData name="BOUCADAIR Mohamed INNOV/NET" userId="2acbca90-6db1-4111-98c4-832797dda751" providerId="ADAL" clId="{A64BD271-A47C-4266-84F7-4325E25623CE}" dt="2026-03-12T15:55:54.478" v="2132" actId="164"/>
          <ac:spMkLst>
            <pc:docMk/>
            <pc:sldMk cId="760348924" sldId="266"/>
            <ac:spMk id="9" creationId="{DB54D318-ED16-FFAF-F466-1B74E0266EA5}"/>
          </ac:spMkLst>
        </pc:spChg>
        <pc:spChg chg="del mod">
          <ac:chgData name="BOUCADAIR Mohamed INNOV/NET" userId="2acbca90-6db1-4111-98c4-832797dda751" providerId="ADAL" clId="{A64BD271-A47C-4266-84F7-4325E25623CE}" dt="2026-03-12T15:41:32.281" v="1679" actId="478"/>
          <ac:spMkLst>
            <pc:docMk/>
            <pc:sldMk cId="760348924" sldId="266"/>
            <ac:spMk id="10" creationId="{C941BC13-31F8-A68F-AB23-84D32F970EC3}"/>
          </ac:spMkLst>
        </pc:spChg>
        <pc:spChg chg="add mod">
          <ac:chgData name="BOUCADAIR Mohamed INNOV/NET" userId="2acbca90-6db1-4111-98c4-832797dda751" providerId="ADAL" clId="{A64BD271-A47C-4266-84F7-4325E25623CE}" dt="2026-03-12T15:56:47.439" v="2136" actId="164"/>
          <ac:spMkLst>
            <pc:docMk/>
            <pc:sldMk cId="760348924" sldId="266"/>
            <ac:spMk id="11" creationId="{316436CB-012F-BF69-1206-42BC7CD8A5EE}"/>
          </ac:spMkLst>
        </pc:spChg>
        <pc:spChg chg="add mod">
          <ac:chgData name="BOUCADAIR Mohamed INNOV/NET" userId="2acbca90-6db1-4111-98c4-832797dda751" providerId="ADAL" clId="{A64BD271-A47C-4266-84F7-4325E25623CE}" dt="2026-03-12T15:55:54.478" v="2132" actId="164"/>
          <ac:spMkLst>
            <pc:docMk/>
            <pc:sldMk cId="760348924" sldId="266"/>
            <ac:spMk id="12" creationId="{7DA10B45-F677-53CB-8B11-1496F3DE46F5}"/>
          </ac:spMkLst>
        </pc:spChg>
        <pc:spChg chg="add mod ord">
          <ac:chgData name="BOUCADAIR Mohamed INNOV/NET" userId="2acbca90-6db1-4111-98c4-832797dda751" providerId="ADAL" clId="{A64BD271-A47C-4266-84F7-4325E25623CE}" dt="2026-03-12T15:57:08.530" v="2139" actId="167"/>
          <ac:spMkLst>
            <pc:docMk/>
            <pc:sldMk cId="760348924" sldId="266"/>
            <ac:spMk id="13" creationId="{9108659B-0FFD-F98D-4208-5EC44809B1EB}"/>
          </ac:spMkLst>
        </pc:spChg>
        <pc:spChg chg="add del">
          <ac:chgData name="BOUCADAIR Mohamed INNOV/NET" userId="2acbca90-6db1-4111-98c4-832797dda751" providerId="ADAL" clId="{A64BD271-A47C-4266-84F7-4325E25623CE}" dt="2026-03-12T15:42:01.651" v="1705" actId="22"/>
          <ac:spMkLst>
            <pc:docMk/>
            <pc:sldMk cId="760348924" sldId="266"/>
            <ac:spMk id="15" creationId="{89F92FBB-F3F8-829F-1583-2B2522FA13A3}"/>
          </ac:spMkLst>
        </pc:spChg>
        <pc:spChg chg="add mod ord">
          <ac:chgData name="BOUCADAIR Mohamed INNOV/NET" userId="2acbca90-6db1-4111-98c4-832797dda751" providerId="ADAL" clId="{A64BD271-A47C-4266-84F7-4325E25623CE}" dt="2026-03-12T15:57:08.530" v="2139" actId="167"/>
          <ac:spMkLst>
            <pc:docMk/>
            <pc:sldMk cId="760348924" sldId="266"/>
            <ac:spMk id="16" creationId="{14983BED-B0FD-7E5F-EA45-01EA99F9A654}"/>
          </ac:spMkLst>
        </pc:spChg>
        <pc:spChg chg="add mod ord">
          <ac:chgData name="BOUCADAIR Mohamed INNOV/NET" userId="2acbca90-6db1-4111-98c4-832797dda751" providerId="ADAL" clId="{A64BD271-A47C-4266-84F7-4325E25623CE}" dt="2026-03-12T15:56:57.395" v="2138" actId="167"/>
          <ac:spMkLst>
            <pc:docMk/>
            <pc:sldMk cId="760348924" sldId="266"/>
            <ac:spMk id="17" creationId="{630E4F3A-D87E-534A-1ACB-62A0730DD100}"/>
          </ac:spMkLst>
        </pc:spChg>
        <pc:spChg chg="add mod">
          <ac:chgData name="BOUCADAIR Mohamed INNOV/NET" userId="2acbca90-6db1-4111-98c4-832797dda751" providerId="ADAL" clId="{A64BD271-A47C-4266-84F7-4325E25623CE}" dt="2026-03-12T15:55:54.478" v="2132" actId="164"/>
          <ac:spMkLst>
            <pc:docMk/>
            <pc:sldMk cId="760348924" sldId="266"/>
            <ac:spMk id="18" creationId="{934E9C5D-7717-B573-9D87-9BFB3EA4DF11}"/>
          </ac:spMkLst>
        </pc:spChg>
        <pc:spChg chg="add mod ord">
          <ac:chgData name="BOUCADAIR Mohamed INNOV/NET" userId="2acbca90-6db1-4111-98c4-832797dda751" providerId="ADAL" clId="{A64BD271-A47C-4266-84F7-4325E25623CE}" dt="2026-03-12T15:56:57.395" v="2138" actId="167"/>
          <ac:spMkLst>
            <pc:docMk/>
            <pc:sldMk cId="760348924" sldId="266"/>
            <ac:spMk id="19" creationId="{DF93D6B0-562A-1494-E488-F1BABD9CD152}"/>
          </ac:spMkLst>
        </pc:spChg>
        <pc:grpChg chg="add mod ord">
          <ac:chgData name="BOUCADAIR Mohamed INNOV/NET" userId="2acbca90-6db1-4111-98c4-832797dda751" providerId="ADAL" clId="{A64BD271-A47C-4266-84F7-4325E25623CE}" dt="2026-03-12T15:55:59.792" v="2133" actId="167"/>
          <ac:grpSpMkLst>
            <pc:docMk/>
            <pc:sldMk cId="760348924" sldId="266"/>
            <ac:grpSpMk id="20" creationId="{922E5F86-2867-564D-85EF-0EDA6C3D347A}"/>
          </ac:grpSpMkLst>
        </pc:grpChg>
        <pc:grpChg chg="add mod ord">
          <ac:chgData name="BOUCADAIR Mohamed INNOV/NET" userId="2acbca90-6db1-4111-98c4-832797dda751" providerId="ADAL" clId="{A64BD271-A47C-4266-84F7-4325E25623CE}" dt="2026-03-12T15:56:21.679" v="2135" actId="167"/>
          <ac:grpSpMkLst>
            <pc:docMk/>
            <pc:sldMk cId="760348924" sldId="266"/>
            <ac:grpSpMk id="21" creationId="{5C0F237D-2139-D6E4-4DBD-18CA4C8B76E0}"/>
          </ac:grpSpMkLst>
        </pc:grpChg>
        <pc:grpChg chg="add mod ord">
          <ac:chgData name="BOUCADAIR Mohamed INNOV/NET" userId="2acbca90-6db1-4111-98c4-832797dda751" providerId="ADAL" clId="{A64BD271-A47C-4266-84F7-4325E25623CE}" dt="2026-03-12T15:56:49.647" v="2137" actId="167"/>
          <ac:grpSpMkLst>
            <pc:docMk/>
            <pc:sldMk cId="760348924" sldId="266"/>
            <ac:grpSpMk id="22" creationId="{1033E012-907F-7239-0827-0531CFE2155E}"/>
          </ac:grpSpMkLst>
        </pc:grpChg>
      </pc:sldChg>
      <pc:sldChg chg="delSp modSp new mod">
        <pc:chgData name="BOUCADAIR Mohamed INNOV/NET" userId="2acbca90-6db1-4111-98c4-832797dda751" providerId="ADAL" clId="{A64BD271-A47C-4266-84F7-4325E25623CE}" dt="2026-03-12T15:58:37.769" v="2355" actId="790"/>
        <pc:sldMkLst>
          <pc:docMk/>
          <pc:sldMk cId="275912104" sldId="267"/>
        </pc:sldMkLst>
        <pc:spChg chg="mod">
          <ac:chgData name="BOUCADAIR Mohamed INNOV/NET" userId="2acbca90-6db1-4111-98c4-832797dda751" providerId="ADAL" clId="{A64BD271-A47C-4266-84F7-4325E25623CE}" dt="2026-03-12T15:45:00.467" v="1768" actId="20577"/>
          <ac:spMkLst>
            <pc:docMk/>
            <pc:sldMk cId="275912104" sldId="267"/>
            <ac:spMk id="2" creationId="{AC507402-B120-BB5E-EBB5-F1DDC03C3081}"/>
          </ac:spMkLst>
        </pc:spChg>
        <pc:spChg chg="mod">
          <ac:chgData name="BOUCADAIR Mohamed INNOV/NET" userId="2acbca90-6db1-4111-98c4-832797dda751" providerId="ADAL" clId="{A64BD271-A47C-4266-84F7-4325E25623CE}" dt="2026-03-12T15:58:37.769" v="2355" actId="790"/>
          <ac:spMkLst>
            <pc:docMk/>
            <pc:sldMk cId="275912104" sldId="267"/>
            <ac:spMk id="3" creationId="{43D49DC7-34BA-71B8-AD7A-B4DB2A09F82C}"/>
          </ac:spMkLst>
        </pc:spChg>
        <pc:spChg chg="del">
          <ac:chgData name="BOUCADAIR Mohamed INNOV/NET" userId="2acbca90-6db1-4111-98c4-832797dda751" providerId="ADAL" clId="{A64BD271-A47C-4266-84F7-4325E25623CE}" dt="2026-03-12T15:46:25.725" v="1989" actId="478"/>
          <ac:spMkLst>
            <pc:docMk/>
            <pc:sldMk cId="275912104" sldId="267"/>
            <ac:spMk id="4" creationId="{38CF167A-8129-C80C-270C-BA995A8BE389}"/>
          </ac:spMkLst>
        </pc:spChg>
        <pc:spChg chg="del">
          <ac:chgData name="BOUCADAIR Mohamed INNOV/NET" userId="2acbca90-6db1-4111-98c4-832797dda751" providerId="ADAL" clId="{A64BD271-A47C-4266-84F7-4325E25623CE}" dt="2026-03-12T15:46:22.940" v="1988" actId="478"/>
          <ac:spMkLst>
            <pc:docMk/>
            <pc:sldMk cId="275912104" sldId="267"/>
            <ac:spMk id="5" creationId="{FF300894-EDD2-7DE6-D8D2-63BCE5D72363}"/>
          </ac:spMkLst>
        </pc:spChg>
      </pc:sldChg>
      <pc:sldMasterChg chg="addSp delSp mod">
        <pc:chgData name="BOUCADAIR Mohamed INNOV/NET" userId="2acbca90-6db1-4111-98c4-832797dda751" providerId="ADAL" clId="{A64BD271-A47C-4266-84F7-4325E25623CE}" dt="2026-03-09T12:36:35.125" v="3" actId="33475"/>
        <pc:sldMasterMkLst>
          <pc:docMk/>
          <pc:sldMasterMk cId="1729567449" sldId="2147483660"/>
        </pc:sldMasterMkLst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4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5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5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5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5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5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5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5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5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5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5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5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6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6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6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5:19:12.56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0,'900'71'0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89A769-9872-117A-28C8-8A5BA79E6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03/11/2025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37647B-306D-316C-2DA2-652855DD1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/>
              <a:t>IETF 124, Montreal, November 2025</a:t>
            </a:r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4BE0EB-449F-46FD-34D6-8E72920B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BD1B3-0D6F-49AF-9EBC-AF813A1EFAD5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1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F3493C-F4E0-5560-A9A4-D278BB909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05/11/2024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153BDE-0196-5CA3-A909-2AD49F370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IETF 121, Dublin, November 2024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637F8A-97D6-4B74-9E08-FDDC3FAB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B3086-DE1C-4E19-8CD7-9E76252A0DD1}" type="slidenum">
              <a:rPr lang="en-US"/>
              <a:pPr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149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166AA7-307E-18B7-FFB3-A1F8B5DE2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05/11/2024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D1E8B3-F947-1174-526B-FFB03654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IETF 121, Dublin, November 2024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926BB3-02C0-9E86-1476-60D0A24B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862ACE-2D0C-4282-992E-EF8D462BAB7D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03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38B9E8-EB13-0B2B-613B-BCB8C9AC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05/11/2024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16958E-6D98-2900-7C63-2A85042A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IETF 121, Dublin, November 2024</a:t>
            </a:r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E767D6-0B58-C28A-B2F4-BEF087F83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1DD8C-D061-433F-B5D4-3F1ED981AA1B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44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3B3CF02-6BF4-12AE-BE57-C9B9CF92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05/11/2024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5B6438-E573-5809-1B0C-06FC0EFE2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IETF 121, Dublin, November 2024</a:t>
            </a:r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C692DE-21EA-124B-304C-9D248EF4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0FD63-8194-4591-AB84-31A7F1791C40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76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B8ECC9-C109-A565-2486-AF4C6E31D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05/11/2024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E26B60-BAB8-83EF-32B8-28FE8115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IETF 121, Dublin, November 2024</a:t>
            </a:r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5D38466-699B-F28A-DD9C-0122E1E3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3CD7F3-F0AD-42E5-9DCF-1878EAE44D18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0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CA263BE-614F-16C8-7AA0-F817610E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05/11/2024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AF8425-9F75-B00D-5A3E-99C446656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IETF 121, Dublin, November 2024</a:t>
            </a:r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3D68C1-5939-59BA-3402-32E29403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BC4BD-7C68-491A-8FC9-C33BBDB370CA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6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0189FF-E45A-C174-0F8C-71F7A5088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05/11/2024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9F14D5-6B37-811A-023F-68D774B54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IETF 121, Dublin, November 2024</a:t>
            </a:r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4A25A9-63AE-9D80-4E58-28C02D63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D5065-8F0B-4524-A464-99CEDE3FB1CF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7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5721A9-D103-537C-F83C-312CB04C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05/11/2024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8474D3-4BDF-6C0E-5763-1091712F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IETF 121, Dublin, November 2024</a:t>
            </a:r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78DA8C-388C-768E-9285-A950199F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71D62C-4C27-40DA-8F02-53395D864E8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37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B19A07-76B7-7647-885C-A435D163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05/11/2024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5E2826-E5C7-9922-CA4B-CB4C60E21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IETF 121, Dublin, November 2024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0E54D-7A88-84CF-D084-9B17D5BA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5FD0D-5E73-41B3-8BBF-B81D532C6EB2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4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8C429F-3425-E71D-754B-43243EF4C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05/11/2024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47539C-2FDD-65B0-C647-2354B9BE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IETF 121, Dublin, November 2024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6E30AD-FF74-5497-C619-1ECC539D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7ECBB-596C-4701-8125-EA7C7F77F11D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5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86AD12B1-894D-1C7F-BB23-BA2B8695A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título del patrón</a:t>
            </a:r>
            <a:endParaRPr lang="en-US" altLang="es-ES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56079533-6B7A-0A7A-E9EC-8FF4A1D1D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dirty="0"/>
              <a:t>Editar el estilo de texto del patrón</a:t>
            </a:r>
          </a:p>
          <a:p>
            <a:pPr lvl="1"/>
            <a:r>
              <a:rPr lang="es-ES" altLang="es-ES" dirty="0"/>
              <a:t>Segundo nivel</a:t>
            </a:r>
          </a:p>
          <a:p>
            <a:pPr lvl="2"/>
            <a:r>
              <a:rPr lang="es-ES" altLang="es-ES" dirty="0"/>
              <a:t>Tercer nivel</a:t>
            </a:r>
          </a:p>
          <a:p>
            <a:pPr lvl="3"/>
            <a:r>
              <a:rPr lang="es-ES" altLang="es-ES" dirty="0"/>
              <a:t>Cuarto nivel</a:t>
            </a:r>
          </a:p>
          <a:p>
            <a:pPr lvl="4"/>
            <a:r>
              <a:rPr lang="es-ES" altLang="es-ES" dirty="0"/>
              <a:t>Quinto nivel</a:t>
            </a:r>
            <a:endParaRPr lang="en-US" alt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3EE2DF-535C-2A2B-52F9-846395C96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03/11/2025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3B7753-9B42-2B17-5DB9-39BCBAF96C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nl-NL" dirty="0"/>
              <a:t>IETF 124, Montreal, November 2025</a:t>
            </a:r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4EF4BB-9A70-92BF-24D8-E2BD10855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F73762C-234F-48BB-8B25-F50F69B8C78C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6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10.xml"/><Relationship Id="rId18" Type="http://schemas.openxmlformats.org/officeDocument/2006/relationships/customXml" Target="../ink/ink15.xml"/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12" Type="http://schemas.openxmlformats.org/officeDocument/2006/relationships/customXml" Target="../ink/ink9.xml"/><Relationship Id="rId17" Type="http://schemas.openxmlformats.org/officeDocument/2006/relationships/customXml" Target="../ink/ink14.xml"/><Relationship Id="rId2" Type="http://schemas.openxmlformats.org/officeDocument/2006/relationships/image" Target="../media/image2.png"/><Relationship Id="rId16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customXml" Target="../ink/ink8.xml"/><Relationship Id="rId5" Type="http://schemas.openxmlformats.org/officeDocument/2006/relationships/customXml" Target="../ink/ink2.xml"/><Relationship Id="rId15" Type="http://schemas.openxmlformats.org/officeDocument/2006/relationships/customXml" Target="../ink/ink12.xml"/><Relationship Id="rId10" Type="http://schemas.openxmlformats.org/officeDocument/2006/relationships/customXml" Target="../ink/ink7.xml"/><Relationship Id="rId19" Type="http://schemas.openxmlformats.org/officeDocument/2006/relationships/customXml" Target="../ink/ink16.xml"/><Relationship Id="rId4" Type="http://schemas.openxmlformats.org/officeDocument/2006/relationships/image" Target="../media/image3.png"/><Relationship Id="rId9" Type="http://schemas.openxmlformats.org/officeDocument/2006/relationships/customXml" Target="../ink/ink6.xml"/><Relationship Id="rId14" Type="http://schemas.openxmlformats.org/officeDocument/2006/relationships/customXml" Target="../ink/ink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4EB33-D3E4-7EBD-AE0D-87EC2000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50" y="2065101"/>
            <a:ext cx="11128375" cy="207327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800" noProof="0" dirty="0"/>
              <a:t>An Update of Operators Requirements on Network Management Protocols and Modelling</a:t>
            </a:r>
            <a:br>
              <a:rPr lang="en-US" sz="4800" noProof="0" dirty="0"/>
            </a:br>
            <a:br>
              <a:rPr lang="en-US" sz="2700" noProof="0" dirty="0"/>
            </a:br>
            <a:r>
              <a:rPr lang="en-US" sz="2700" noProof="0" dirty="0"/>
              <a:t>draft-ietf-nmop-rfc3535-20years-later</a:t>
            </a:r>
            <a:endParaRPr lang="en-US" sz="36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893ED2-DA42-B459-30D9-F02181931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1959" y="4418103"/>
            <a:ext cx="8023955" cy="1322388"/>
          </a:xfrm>
        </p:spPr>
        <p:txBody>
          <a:bodyPr rtlCol="0">
            <a:noAutofit/>
          </a:bodyPr>
          <a:lstStyle/>
          <a:p>
            <a:pPr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kern="0" noProof="0" dirty="0">
                <a:solidFill>
                  <a:srgbClr val="898989"/>
                </a:solidFill>
              </a:rPr>
              <a:t>Mohamed </a:t>
            </a:r>
            <a:r>
              <a:rPr lang="en-US" sz="1800" kern="0" noProof="0" dirty="0" err="1">
                <a:solidFill>
                  <a:srgbClr val="898989"/>
                </a:solidFill>
              </a:rPr>
              <a:t>Boucadair</a:t>
            </a:r>
            <a:r>
              <a:rPr lang="en-US" sz="1800" kern="0" noProof="0" dirty="0">
                <a:solidFill>
                  <a:srgbClr val="898989"/>
                </a:solidFill>
              </a:rPr>
              <a:t> (Orange), Luis M. Contreras (Telefónica), Óscar Gonzalez de Dios (Telefónica), Thomas Graf (Swisscom), Reshad Rahman (Equinix)</a:t>
            </a:r>
          </a:p>
          <a:p>
            <a:pPr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/>
            </a:pPr>
            <a:endParaRPr lang="en-US" sz="1800" kern="0" noProof="0" dirty="0">
              <a:solidFill>
                <a:srgbClr val="898989"/>
              </a:solidFill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/>
            </a:pPr>
            <a:endParaRPr lang="en-US" sz="1800" kern="0" noProof="0" dirty="0">
              <a:solidFill>
                <a:srgbClr val="898989"/>
              </a:solidFill>
            </a:endParaRPr>
          </a:p>
          <a:p>
            <a:pPr fontAlgn="auto">
              <a:lnSpc>
                <a:spcPct val="70000"/>
              </a:lnSpc>
              <a:spcAft>
                <a:spcPts val="0"/>
              </a:spcAft>
              <a:defRPr/>
            </a:pPr>
            <a:r>
              <a:rPr lang="en-US" sz="1800" kern="0" noProof="0" dirty="0">
                <a:solidFill>
                  <a:srgbClr val="898989"/>
                </a:solidFill>
              </a:rPr>
              <a:t> IETF 125, NMOP WG, Shenzhen, March 2026</a:t>
            </a:r>
          </a:p>
          <a:p>
            <a:pPr fontAlgn="auto">
              <a:spcAft>
                <a:spcPts val="0"/>
              </a:spcAft>
              <a:defRPr/>
            </a:pPr>
            <a:endParaRPr lang="en-US" sz="1800" noProof="0" dirty="0"/>
          </a:p>
        </p:txBody>
      </p:sp>
      <p:pic>
        <p:nvPicPr>
          <p:cNvPr id="14340" name="Picture 4" descr="ietflogotrans">
            <a:extLst>
              <a:ext uri="{FF2B5EF4-FFF2-40B4-BE49-F238E27FC236}">
                <a16:creationId xmlns:a16="http://schemas.microsoft.com/office/drawing/2014/main" id="{FD52B565-0F63-2B46-0FC9-4D8E2FF25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738" y="242888"/>
            <a:ext cx="26670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D160D-4266-95F5-B1C9-4945E70EF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</a:t>
            </a:r>
            <a:endParaRPr lang="en-US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FAE649-637B-A694-27A6-9AC8CE999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327"/>
            <a:ext cx="8056057" cy="5159771"/>
          </a:xfrm>
        </p:spPr>
        <p:txBody>
          <a:bodyPr/>
          <a:lstStyle/>
          <a:p>
            <a:r>
              <a:rPr lang="en-US" sz="3200" noProof="0" dirty="0"/>
              <a:t>List of </a:t>
            </a:r>
            <a:r>
              <a:rPr lang="en-US" sz="3200" b="1" i="1" noProof="0" dirty="0">
                <a:solidFill>
                  <a:srgbClr val="00B0F0"/>
                </a:solidFill>
              </a:rPr>
              <a:t>updated operators</a:t>
            </a:r>
            <a:r>
              <a:rPr lang="en-US" sz="3200" noProof="0" dirty="0"/>
              <a:t>’ requirements is </a:t>
            </a:r>
            <a:r>
              <a:rPr lang="en-US" sz="3200" b="1" i="1" noProof="0" dirty="0">
                <a:solidFill>
                  <a:srgbClr val="00B0F0"/>
                </a:solidFill>
              </a:rPr>
              <a:t>stable</a:t>
            </a:r>
          </a:p>
          <a:p>
            <a:r>
              <a:rPr lang="en-US" sz="3200" noProof="0" dirty="0"/>
              <a:t>Operators’ </a:t>
            </a:r>
            <a:r>
              <a:rPr lang="en-US" sz="3200" b="1" i="1" noProof="0" dirty="0">
                <a:solidFill>
                  <a:srgbClr val="00B0F0"/>
                </a:solidFill>
              </a:rPr>
              <a:t>prioritization</a:t>
            </a:r>
            <a:r>
              <a:rPr lang="en-US" sz="3200" noProof="0" dirty="0">
                <a:solidFill>
                  <a:srgbClr val="00B0F0"/>
                </a:solidFill>
              </a:rPr>
              <a:t> </a:t>
            </a:r>
            <a:r>
              <a:rPr lang="en-US" sz="3200" noProof="0" dirty="0"/>
              <a:t>of that list (strong, nice-to-have) is </a:t>
            </a:r>
            <a:r>
              <a:rPr lang="en-US" sz="3200" b="1" i="1" noProof="0" dirty="0">
                <a:solidFill>
                  <a:srgbClr val="00B0F0"/>
                </a:solidFill>
              </a:rPr>
              <a:t>stable</a:t>
            </a:r>
            <a:r>
              <a:rPr lang="en-US" sz="3200" noProof="0" dirty="0"/>
              <a:t> as well</a:t>
            </a:r>
          </a:p>
          <a:p>
            <a:r>
              <a:rPr lang="en-US" sz="3200" dirty="0"/>
              <a:t>These requirements need to be balanced to also take into account other views (vendors, etc.): collaborative requirements (</a:t>
            </a:r>
            <a:r>
              <a:rPr lang="en-US" sz="3200" b="1" i="1" dirty="0">
                <a:solidFill>
                  <a:srgbClr val="FFC000"/>
                </a:solidFill>
              </a:rPr>
              <a:t>In progress</a:t>
            </a:r>
            <a:r>
              <a:rPr lang="en-US" sz="3200" dirty="0"/>
              <a:t>)</a:t>
            </a:r>
          </a:p>
          <a:p>
            <a:pPr lvl="1"/>
            <a:r>
              <a:rPr lang="en-US" sz="2800" dirty="0"/>
              <a:t>Build a very few set of actionable items that will be the focus of work in the IETF </a:t>
            </a:r>
          </a:p>
          <a:p>
            <a:pPr lvl="1"/>
            <a:r>
              <a:rPr lang="en-US" sz="2800" noProof="0" dirty="0"/>
              <a:t>Actionable by the IETF as a whole, including WGs, ADs, etc. Not specifically, NMOP</a:t>
            </a:r>
          </a:p>
          <a:p>
            <a:pPr lvl="1"/>
            <a:endParaRPr lang="en-US" sz="2800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CC5DE3-290F-AFB7-5FE9-ACA4A21A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AB3086-DE1C-4E19-8CD7-9E76252A0DD1}" type="slidenum">
              <a:rPr lang="en-US" noProof="0" smtClean="0"/>
              <a:pPr>
                <a:defRPr/>
              </a:pPr>
              <a:t>2</a:t>
            </a:fld>
            <a:endParaRPr lang="en-US" noProof="0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0D4CDEAE-2A99-0B6D-2E8E-58B3640FCD8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AB3086-DE1C-4E19-8CD7-9E76252A0DD1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8" name="Imagen 16">
            <a:extLst>
              <a:ext uri="{FF2B5EF4-FFF2-40B4-BE49-F238E27FC236}">
                <a16:creationId xmlns:a16="http://schemas.microsoft.com/office/drawing/2014/main" id="{18253E7F-05B8-AC22-67A7-48BC32877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197" y="824200"/>
            <a:ext cx="2349621" cy="5816899"/>
          </a:xfrm>
          <a:prstGeom prst="rect">
            <a:avLst/>
          </a:prstGeom>
        </p:spPr>
      </p:pic>
      <p:sp>
        <p:nvSpPr>
          <p:cNvPr id="9" name="Flecha: pentágono 17">
            <a:extLst>
              <a:ext uri="{FF2B5EF4-FFF2-40B4-BE49-F238E27FC236}">
                <a16:creationId xmlns:a16="http://schemas.microsoft.com/office/drawing/2014/main" id="{583A3915-4A5E-5961-BFAE-8459F1DFE51A}"/>
              </a:ext>
            </a:extLst>
          </p:cNvPr>
          <p:cNvSpPr/>
          <p:nvPr/>
        </p:nvSpPr>
        <p:spPr>
          <a:xfrm rot="5400000">
            <a:off x="10347198" y="-864550"/>
            <a:ext cx="749808" cy="2589275"/>
          </a:xfrm>
          <a:custGeom>
            <a:avLst/>
            <a:gdLst>
              <a:gd name="connsiteX0" fmla="*/ 0 w 749808"/>
              <a:gd name="connsiteY0" fmla="*/ 0 h 2589275"/>
              <a:gd name="connsiteX1" fmla="*/ 545028 w 749808"/>
              <a:gd name="connsiteY1" fmla="*/ 0 h 2589275"/>
              <a:gd name="connsiteX2" fmla="*/ 649466 w 749808"/>
              <a:gd name="connsiteY2" fmla="*/ 660265 h 2589275"/>
              <a:gd name="connsiteX3" fmla="*/ 749808 w 749808"/>
              <a:gd name="connsiteY3" fmla="*/ 1294638 h 2589275"/>
              <a:gd name="connsiteX4" fmla="*/ 647418 w 749808"/>
              <a:gd name="connsiteY4" fmla="*/ 1941957 h 2589275"/>
              <a:gd name="connsiteX5" fmla="*/ 545028 w 749808"/>
              <a:gd name="connsiteY5" fmla="*/ 2589275 h 2589275"/>
              <a:gd name="connsiteX6" fmla="*/ 0 w 749808"/>
              <a:gd name="connsiteY6" fmla="*/ 2589275 h 2589275"/>
              <a:gd name="connsiteX7" fmla="*/ 0 w 749808"/>
              <a:gd name="connsiteY7" fmla="*/ 1916064 h 2589275"/>
              <a:gd name="connsiteX8" fmla="*/ 0 w 749808"/>
              <a:gd name="connsiteY8" fmla="*/ 1294638 h 2589275"/>
              <a:gd name="connsiteX9" fmla="*/ 0 w 749808"/>
              <a:gd name="connsiteY9" fmla="*/ 647319 h 2589275"/>
              <a:gd name="connsiteX10" fmla="*/ 0 w 749808"/>
              <a:gd name="connsiteY10" fmla="*/ 0 h 258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49808" h="2589275" fill="none" extrusionOk="0">
                <a:moveTo>
                  <a:pt x="0" y="0"/>
                </a:moveTo>
                <a:cubicBezTo>
                  <a:pt x="118351" y="4757"/>
                  <a:pt x="433477" y="-11704"/>
                  <a:pt x="545028" y="0"/>
                </a:cubicBezTo>
                <a:cubicBezTo>
                  <a:pt x="567244" y="289144"/>
                  <a:pt x="596835" y="487633"/>
                  <a:pt x="649466" y="660265"/>
                </a:cubicBezTo>
                <a:cubicBezTo>
                  <a:pt x="702097" y="832897"/>
                  <a:pt x="675094" y="986837"/>
                  <a:pt x="749808" y="1294638"/>
                </a:cubicBezTo>
                <a:cubicBezTo>
                  <a:pt x="707489" y="1605702"/>
                  <a:pt x="654121" y="1701365"/>
                  <a:pt x="647418" y="1941957"/>
                </a:cubicBezTo>
                <a:cubicBezTo>
                  <a:pt x="640715" y="2182549"/>
                  <a:pt x="620757" y="2291173"/>
                  <a:pt x="545028" y="2589275"/>
                </a:cubicBezTo>
                <a:cubicBezTo>
                  <a:pt x="384418" y="2604082"/>
                  <a:pt x="212310" y="2590302"/>
                  <a:pt x="0" y="2589275"/>
                </a:cubicBezTo>
                <a:cubicBezTo>
                  <a:pt x="-14463" y="2363816"/>
                  <a:pt x="22713" y="2069330"/>
                  <a:pt x="0" y="1916064"/>
                </a:cubicBezTo>
                <a:cubicBezTo>
                  <a:pt x="-22713" y="1762798"/>
                  <a:pt x="18011" y="1447553"/>
                  <a:pt x="0" y="1294638"/>
                </a:cubicBezTo>
                <a:cubicBezTo>
                  <a:pt x="-18011" y="1141723"/>
                  <a:pt x="18289" y="956817"/>
                  <a:pt x="0" y="647319"/>
                </a:cubicBezTo>
                <a:cubicBezTo>
                  <a:pt x="-18289" y="337821"/>
                  <a:pt x="-1054" y="197159"/>
                  <a:pt x="0" y="0"/>
                </a:cubicBezTo>
                <a:close/>
              </a:path>
              <a:path w="749808" h="2589275" stroke="0" extrusionOk="0">
                <a:moveTo>
                  <a:pt x="0" y="0"/>
                </a:moveTo>
                <a:cubicBezTo>
                  <a:pt x="240124" y="3275"/>
                  <a:pt x="328248" y="3460"/>
                  <a:pt x="545028" y="0"/>
                </a:cubicBezTo>
                <a:cubicBezTo>
                  <a:pt x="535282" y="147634"/>
                  <a:pt x="600528" y="501132"/>
                  <a:pt x="649466" y="660265"/>
                </a:cubicBezTo>
                <a:cubicBezTo>
                  <a:pt x="698404" y="819398"/>
                  <a:pt x="714115" y="1048836"/>
                  <a:pt x="749808" y="1294638"/>
                </a:cubicBezTo>
                <a:cubicBezTo>
                  <a:pt x="722486" y="1588348"/>
                  <a:pt x="699859" y="1782867"/>
                  <a:pt x="647418" y="1941957"/>
                </a:cubicBezTo>
                <a:cubicBezTo>
                  <a:pt x="594977" y="2101047"/>
                  <a:pt x="604090" y="2363714"/>
                  <a:pt x="545028" y="2589275"/>
                </a:cubicBezTo>
                <a:cubicBezTo>
                  <a:pt x="434103" y="2582105"/>
                  <a:pt x="129379" y="2562581"/>
                  <a:pt x="0" y="2589275"/>
                </a:cubicBezTo>
                <a:cubicBezTo>
                  <a:pt x="-20943" y="2293879"/>
                  <a:pt x="-20155" y="2239205"/>
                  <a:pt x="0" y="1941956"/>
                </a:cubicBezTo>
                <a:cubicBezTo>
                  <a:pt x="20155" y="1644707"/>
                  <a:pt x="26469" y="1623098"/>
                  <a:pt x="0" y="1372316"/>
                </a:cubicBezTo>
                <a:cubicBezTo>
                  <a:pt x="-26469" y="1121534"/>
                  <a:pt x="31910" y="882660"/>
                  <a:pt x="0" y="699104"/>
                </a:cubicBezTo>
                <a:cubicBezTo>
                  <a:pt x="-31910" y="515548"/>
                  <a:pt x="27673" y="285793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3407575027">
                  <a:prstGeom prst="homePlate">
                    <a:avLst>
                      <a:gd name="adj" fmla="val 2731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CuadroTexto 18">
            <a:extLst>
              <a:ext uri="{FF2B5EF4-FFF2-40B4-BE49-F238E27FC236}">
                <a16:creationId xmlns:a16="http://schemas.microsoft.com/office/drawing/2014/main" id="{AB9FC93B-3729-0E31-D9C2-DE87EC263968}"/>
              </a:ext>
            </a:extLst>
          </p:cNvPr>
          <p:cNvSpPr txBox="1"/>
          <p:nvPr/>
        </p:nvSpPr>
        <p:spPr>
          <a:xfrm>
            <a:off x="9226972" y="136525"/>
            <a:ext cx="3010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Overall Requirements Levels: Operators View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Entrada de lápiz 24">
                <a:extLst>
                  <a:ext uri="{FF2B5EF4-FFF2-40B4-BE49-F238E27FC236}">
                    <a16:creationId xmlns:a16="http://schemas.microsoft.com/office/drawing/2014/main" id="{40880687-592C-9B84-8D4B-C1586E77AFB9}"/>
                  </a:ext>
                </a:extLst>
              </p14:cNvPr>
              <p14:cNvContentPartPr/>
              <p14:nvPr/>
            </p14:nvContentPartPr>
            <p14:xfrm>
              <a:off x="11312235" y="1235070"/>
              <a:ext cx="324000" cy="25920"/>
            </p14:xfrm>
          </p:contentPart>
        </mc:Choice>
        <mc:Fallback>
          <p:pic>
            <p:nvPicPr>
              <p:cNvPr id="11" name="Entrada de lápiz 24">
                <a:extLst>
                  <a:ext uri="{FF2B5EF4-FFF2-40B4-BE49-F238E27FC236}">
                    <a16:creationId xmlns:a16="http://schemas.microsoft.com/office/drawing/2014/main" id="{40880687-592C-9B84-8D4B-C1586E77AF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1163070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Entrada de lápiz 25">
                <a:extLst>
                  <a:ext uri="{FF2B5EF4-FFF2-40B4-BE49-F238E27FC236}">
                    <a16:creationId xmlns:a16="http://schemas.microsoft.com/office/drawing/2014/main" id="{27A78308-175E-4281-77A5-4FA61C943CEC}"/>
                  </a:ext>
                </a:extLst>
              </p14:cNvPr>
              <p14:cNvContentPartPr/>
              <p14:nvPr/>
            </p14:nvContentPartPr>
            <p14:xfrm>
              <a:off x="11312235" y="1457320"/>
              <a:ext cx="324000" cy="25920"/>
            </p14:xfrm>
          </p:contentPart>
        </mc:Choice>
        <mc:Fallback>
          <p:pic>
            <p:nvPicPr>
              <p:cNvPr id="12" name="Entrada de lápiz 25">
                <a:extLst>
                  <a:ext uri="{FF2B5EF4-FFF2-40B4-BE49-F238E27FC236}">
                    <a16:creationId xmlns:a16="http://schemas.microsoft.com/office/drawing/2014/main" id="{27A78308-175E-4281-77A5-4FA61C943C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1385320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Entrada de lápiz 26">
                <a:extLst>
                  <a:ext uri="{FF2B5EF4-FFF2-40B4-BE49-F238E27FC236}">
                    <a16:creationId xmlns:a16="http://schemas.microsoft.com/office/drawing/2014/main" id="{B0AD93CD-E063-E89D-91A8-2D2FF6B3D592}"/>
                  </a:ext>
                </a:extLst>
              </p14:cNvPr>
              <p14:cNvContentPartPr/>
              <p14:nvPr/>
            </p14:nvContentPartPr>
            <p14:xfrm>
              <a:off x="11312235" y="1679570"/>
              <a:ext cx="324000" cy="25920"/>
            </p14:xfrm>
          </p:contentPart>
        </mc:Choice>
        <mc:Fallback>
          <p:pic>
            <p:nvPicPr>
              <p:cNvPr id="13" name="Entrada de lápiz 26">
                <a:extLst>
                  <a:ext uri="{FF2B5EF4-FFF2-40B4-BE49-F238E27FC236}">
                    <a16:creationId xmlns:a16="http://schemas.microsoft.com/office/drawing/2014/main" id="{B0AD93CD-E063-E89D-91A8-2D2FF6B3D5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1607570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Entrada de lápiz 27">
                <a:extLst>
                  <a:ext uri="{FF2B5EF4-FFF2-40B4-BE49-F238E27FC236}">
                    <a16:creationId xmlns:a16="http://schemas.microsoft.com/office/drawing/2014/main" id="{DDD635F9-BF40-CDFB-CE10-F22E851E8346}"/>
                  </a:ext>
                </a:extLst>
              </p14:cNvPr>
              <p14:cNvContentPartPr/>
              <p14:nvPr/>
            </p14:nvContentPartPr>
            <p14:xfrm>
              <a:off x="11312235" y="2143120"/>
              <a:ext cx="324000" cy="25920"/>
            </p14:xfrm>
          </p:contentPart>
        </mc:Choice>
        <mc:Fallback>
          <p:pic>
            <p:nvPicPr>
              <p:cNvPr id="14" name="Entrada de lápiz 27">
                <a:extLst>
                  <a:ext uri="{FF2B5EF4-FFF2-40B4-BE49-F238E27FC236}">
                    <a16:creationId xmlns:a16="http://schemas.microsoft.com/office/drawing/2014/main" id="{DDD635F9-BF40-CDFB-CE10-F22E851E83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2071120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Entrada de lápiz 28">
                <a:extLst>
                  <a:ext uri="{FF2B5EF4-FFF2-40B4-BE49-F238E27FC236}">
                    <a16:creationId xmlns:a16="http://schemas.microsoft.com/office/drawing/2014/main" id="{770CFACA-76FD-9076-C3BB-364D16B72D2E}"/>
                  </a:ext>
                </a:extLst>
              </p14:cNvPr>
              <p14:cNvContentPartPr/>
              <p14:nvPr/>
            </p14:nvContentPartPr>
            <p14:xfrm>
              <a:off x="11312235" y="2371720"/>
              <a:ext cx="324000" cy="25920"/>
            </p14:xfrm>
          </p:contentPart>
        </mc:Choice>
        <mc:Fallback>
          <p:pic>
            <p:nvPicPr>
              <p:cNvPr id="15" name="Entrada de lápiz 28">
                <a:extLst>
                  <a:ext uri="{FF2B5EF4-FFF2-40B4-BE49-F238E27FC236}">
                    <a16:creationId xmlns:a16="http://schemas.microsoft.com/office/drawing/2014/main" id="{770CFACA-76FD-9076-C3BB-364D16B72D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2299720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Entrada de lápiz 29">
                <a:extLst>
                  <a:ext uri="{FF2B5EF4-FFF2-40B4-BE49-F238E27FC236}">
                    <a16:creationId xmlns:a16="http://schemas.microsoft.com/office/drawing/2014/main" id="{5FF8B8C1-3AEF-AB40-D449-FA003EC176D9}"/>
                  </a:ext>
                </a:extLst>
              </p14:cNvPr>
              <p14:cNvContentPartPr/>
              <p14:nvPr/>
            </p14:nvContentPartPr>
            <p14:xfrm>
              <a:off x="11312235" y="2606670"/>
              <a:ext cx="324000" cy="25920"/>
            </p14:xfrm>
          </p:contentPart>
        </mc:Choice>
        <mc:Fallback>
          <p:pic>
            <p:nvPicPr>
              <p:cNvPr id="16" name="Entrada de lápiz 29">
                <a:extLst>
                  <a:ext uri="{FF2B5EF4-FFF2-40B4-BE49-F238E27FC236}">
                    <a16:creationId xmlns:a16="http://schemas.microsoft.com/office/drawing/2014/main" id="{5FF8B8C1-3AEF-AB40-D449-FA003EC176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2534670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Entrada de lápiz 30">
                <a:extLst>
                  <a:ext uri="{FF2B5EF4-FFF2-40B4-BE49-F238E27FC236}">
                    <a16:creationId xmlns:a16="http://schemas.microsoft.com/office/drawing/2014/main" id="{FE9CEE47-F5C0-EE90-6E5C-94A8DEF77A8E}"/>
                  </a:ext>
                </a:extLst>
              </p14:cNvPr>
              <p14:cNvContentPartPr/>
              <p14:nvPr/>
            </p14:nvContentPartPr>
            <p14:xfrm>
              <a:off x="11312235" y="2828660"/>
              <a:ext cx="324000" cy="25920"/>
            </p14:xfrm>
          </p:contentPart>
        </mc:Choice>
        <mc:Fallback>
          <p:pic>
            <p:nvPicPr>
              <p:cNvPr id="17" name="Entrada de lápiz 30">
                <a:extLst>
                  <a:ext uri="{FF2B5EF4-FFF2-40B4-BE49-F238E27FC236}">
                    <a16:creationId xmlns:a16="http://schemas.microsoft.com/office/drawing/2014/main" id="{FE9CEE47-F5C0-EE90-6E5C-94A8DEF77A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2756660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8" name="Entrada de lápiz 31">
                <a:extLst>
                  <a:ext uri="{FF2B5EF4-FFF2-40B4-BE49-F238E27FC236}">
                    <a16:creationId xmlns:a16="http://schemas.microsoft.com/office/drawing/2014/main" id="{1CAC3D5A-6167-B34D-166F-4BA8732FBD7A}"/>
                  </a:ext>
                </a:extLst>
              </p14:cNvPr>
              <p14:cNvContentPartPr/>
              <p14:nvPr/>
            </p14:nvContentPartPr>
            <p14:xfrm>
              <a:off x="11312235" y="3050650"/>
              <a:ext cx="324000" cy="25920"/>
            </p14:xfrm>
          </p:contentPart>
        </mc:Choice>
        <mc:Fallback>
          <p:pic>
            <p:nvPicPr>
              <p:cNvPr id="18" name="Entrada de lápiz 31">
                <a:extLst>
                  <a:ext uri="{FF2B5EF4-FFF2-40B4-BE49-F238E27FC236}">
                    <a16:creationId xmlns:a16="http://schemas.microsoft.com/office/drawing/2014/main" id="{1CAC3D5A-6167-B34D-166F-4BA8732FBD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2978650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Entrada de lápiz 32">
                <a:extLst>
                  <a:ext uri="{FF2B5EF4-FFF2-40B4-BE49-F238E27FC236}">
                    <a16:creationId xmlns:a16="http://schemas.microsoft.com/office/drawing/2014/main" id="{38EC1F51-430D-C5AE-3601-EAC86CC53304}"/>
                  </a:ext>
                </a:extLst>
              </p14:cNvPr>
              <p14:cNvContentPartPr/>
              <p14:nvPr/>
            </p14:nvContentPartPr>
            <p14:xfrm>
              <a:off x="11312235" y="3495087"/>
              <a:ext cx="324000" cy="25920"/>
            </p14:xfrm>
          </p:contentPart>
        </mc:Choice>
        <mc:Fallback>
          <p:pic>
            <p:nvPicPr>
              <p:cNvPr id="19" name="Entrada de lápiz 32">
                <a:extLst>
                  <a:ext uri="{FF2B5EF4-FFF2-40B4-BE49-F238E27FC236}">
                    <a16:creationId xmlns:a16="http://schemas.microsoft.com/office/drawing/2014/main" id="{38EC1F51-430D-C5AE-3601-EAC86CC533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3423087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0" name="Entrada de lápiz 33">
                <a:extLst>
                  <a:ext uri="{FF2B5EF4-FFF2-40B4-BE49-F238E27FC236}">
                    <a16:creationId xmlns:a16="http://schemas.microsoft.com/office/drawing/2014/main" id="{1F77967F-3F22-8F0D-90AE-BC5CE03E17A4}"/>
                  </a:ext>
                </a:extLst>
              </p14:cNvPr>
              <p14:cNvContentPartPr/>
              <p14:nvPr/>
            </p14:nvContentPartPr>
            <p14:xfrm>
              <a:off x="11312235" y="3732649"/>
              <a:ext cx="324000" cy="25920"/>
            </p14:xfrm>
          </p:contentPart>
        </mc:Choice>
        <mc:Fallback>
          <p:pic>
            <p:nvPicPr>
              <p:cNvPr id="20" name="Entrada de lápiz 33">
                <a:extLst>
                  <a:ext uri="{FF2B5EF4-FFF2-40B4-BE49-F238E27FC236}">
                    <a16:creationId xmlns:a16="http://schemas.microsoft.com/office/drawing/2014/main" id="{1F77967F-3F22-8F0D-90AE-BC5CE03E17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3660649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1" name="Entrada de lápiz 34">
                <a:extLst>
                  <a:ext uri="{FF2B5EF4-FFF2-40B4-BE49-F238E27FC236}">
                    <a16:creationId xmlns:a16="http://schemas.microsoft.com/office/drawing/2014/main" id="{C4C5F96A-985D-30EE-E0F8-B43425857DC2}"/>
                  </a:ext>
                </a:extLst>
              </p14:cNvPr>
              <p14:cNvContentPartPr/>
              <p14:nvPr/>
            </p14:nvContentPartPr>
            <p14:xfrm>
              <a:off x="11312235" y="3957251"/>
              <a:ext cx="324000" cy="25920"/>
            </p14:xfrm>
          </p:contentPart>
        </mc:Choice>
        <mc:Fallback>
          <p:pic>
            <p:nvPicPr>
              <p:cNvPr id="21" name="Entrada de lápiz 34">
                <a:extLst>
                  <a:ext uri="{FF2B5EF4-FFF2-40B4-BE49-F238E27FC236}">
                    <a16:creationId xmlns:a16="http://schemas.microsoft.com/office/drawing/2014/main" id="{C4C5F96A-985D-30EE-E0F8-B43425857D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3885251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2" name="Entrada de lápiz 35">
                <a:extLst>
                  <a:ext uri="{FF2B5EF4-FFF2-40B4-BE49-F238E27FC236}">
                    <a16:creationId xmlns:a16="http://schemas.microsoft.com/office/drawing/2014/main" id="{6167E910-3419-35AB-996B-99CF28DD04FC}"/>
                  </a:ext>
                </a:extLst>
              </p14:cNvPr>
              <p14:cNvContentPartPr/>
              <p14:nvPr/>
            </p14:nvContentPartPr>
            <p14:xfrm>
              <a:off x="11312235" y="4434441"/>
              <a:ext cx="324000" cy="25920"/>
            </p14:xfrm>
          </p:contentPart>
        </mc:Choice>
        <mc:Fallback>
          <p:pic>
            <p:nvPicPr>
              <p:cNvPr id="22" name="Entrada de lápiz 35">
                <a:extLst>
                  <a:ext uri="{FF2B5EF4-FFF2-40B4-BE49-F238E27FC236}">
                    <a16:creationId xmlns:a16="http://schemas.microsoft.com/office/drawing/2014/main" id="{6167E910-3419-35AB-996B-99CF28DD04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4362441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Entrada de lápiz 36">
                <a:extLst>
                  <a:ext uri="{FF2B5EF4-FFF2-40B4-BE49-F238E27FC236}">
                    <a16:creationId xmlns:a16="http://schemas.microsoft.com/office/drawing/2014/main" id="{23144B34-C766-ADE2-3C0C-99AA157874B9}"/>
                  </a:ext>
                </a:extLst>
              </p14:cNvPr>
              <p14:cNvContentPartPr/>
              <p14:nvPr/>
            </p14:nvContentPartPr>
            <p14:xfrm>
              <a:off x="11312235" y="4663041"/>
              <a:ext cx="324000" cy="25920"/>
            </p14:xfrm>
          </p:contentPart>
        </mc:Choice>
        <mc:Fallback>
          <p:pic>
            <p:nvPicPr>
              <p:cNvPr id="23" name="Entrada de lápiz 36">
                <a:extLst>
                  <a:ext uri="{FF2B5EF4-FFF2-40B4-BE49-F238E27FC236}">
                    <a16:creationId xmlns:a16="http://schemas.microsoft.com/office/drawing/2014/main" id="{23144B34-C766-ADE2-3C0C-99AA157874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4591041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4" name="Entrada de lápiz 37">
                <a:extLst>
                  <a:ext uri="{FF2B5EF4-FFF2-40B4-BE49-F238E27FC236}">
                    <a16:creationId xmlns:a16="http://schemas.microsoft.com/office/drawing/2014/main" id="{B803F12E-1152-7299-09A4-AA93726227FB}"/>
                  </a:ext>
                </a:extLst>
              </p14:cNvPr>
              <p14:cNvContentPartPr/>
              <p14:nvPr/>
            </p14:nvContentPartPr>
            <p14:xfrm>
              <a:off x="11312235" y="4878681"/>
              <a:ext cx="324000" cy="25920"/>
            </p14:xfrm>
          </p:contentPart>
        </mc:Choice>
        <mc:Fallback>
          <p:pic>
            <p:nvPicPr>
              <p:cNvPr id="24" name="Entrada de lápiz 37">
                <a:extLst>
                  <a:ext uri="{FF2B5EF4-FFF2-40B4-BE49-F238E27FC236}">
                    <a16:creationId xmlns:a16="http://schemas.microsoft.com/office/drawing/2014/main" id="{B803F12E-1152-7299-09A4-AA93726227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4806681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" name="Entrada de lápiz 38">
                <a:extLst>
                  <a:ext uri="{FF2B5EF4-FFF2-40B4-BE49-F238E27FC236}">
                    <a16:creationId xmlns:a16="http://schemas.microsoft.com/office/drawing/2014/main" id="{C095C10F-F4D2-14F5-22D1-74F5A2F6CECD}"/>
                  </a:ext>
                </a:extLst>
              </p14:cNvPr>
              <p14:cNvContentPartPr/>
              <p14:nvPr/>
            </p14:nvContentPartPr>
            <p14:xfrm>
              <a:off x="11312235" y="5335201"/>
              <a:ext cx="324000" cy="25920"/>
            </p14:xfrm>
          </p:contentPart>
        </mc:Choice>
        <mc:Fallback>
          <p:pic>
            <p:nvPicPr>
              <p:cNvPr id="25" name="Entrada de lápiz 38">
                <a:extLst>
                  <a:ext uri="{FF2B5EF4-FFF2-40B4-BE49-F238E27FC236}">
                    <a16:creationId xmlns:a16="http://schemas.microsoft.com/office/drawing/2014/main" id="{C095C10F-F4D2-14F5-22D1-74F5A2F6CE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6275" y="5263201"/>
                <a:ext cx="39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6" name="Entrada de lápiz 39">
                <a:extLst>
                  <a:ext uri="{FF2B5EF4-FFF2-40B4-BE49-F238E27FC236}">
                    <a16:creationId xmlns:a16="http://schemas.microsoft.com/office/drawing/2014/main" id="{45FFA51B-9B45-E3FB-9446-C395D1EB9C4B}"/>
                  </a:ext>
                </a:extLst>
              </p14:cNvPr>
              <p14:cNvContentPartPr/>
              <p14:nvPr/>
            </p14:nvContentPartPr>
            <p14:xfrm>
              <a:off x="11353800" y="5791721"/>
              <a:ext cx="324000" cy="25920"/>
            </p14:xfrm>
          </p:contentPart>
        </mc:Choice>
        <mc:Fallback>
          <p:pic>
            <p:nvPicPr>
              <p:cNvPr id="26" name="Entrada de lápiz 39">
                <a:extLst>
                  <a:ext uri="{FF2B5EF4-FFF2-40B4-BE49-F238E27FC236}">
                    <a16:creationId xmlns:a16="http://schemas.microsoft.com/office/drawing/2014/main" id="{45FFA51B-9B45-E3FB-9446-C395D1EB9C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17840" y="5719721"/>
                <a:ext cx="395560" cy="16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0814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925F48-135D-CE0F-F70E-D9ED602FB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Consolidated List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8B7783-D216-3497-9100-A03B2F3B5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162"/>
            <a:ext cx="11353800" cy="499918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Put </a:t>
            </a:r>
            <a:r>
              <a:rPr lang="en-US" sz="2000" b="1" i="1" dirty="0">
                <a:solidFill>
                  <a:srgbClr val="00B0F0"/>
                </a:solidFill>
              </a:rPr>
              <a:t>more focus on service and network </a:t>
            </a:r>
            <a:r>
              <a:rPr lang="en-US" sz="2000" dirty="0"/>
              <a:t>data models while ensuring that the </a:t>
            </a:r>
            <a:r>
              <a:rPr lang="en-US" sz="2000" b="1" i="1" dirty="0">
                <a:solidFill>
                  <a:srgbClr val="00B0F0"/>
                </a:solidFill>
              </a:rPr>
              <a:t>realization</a:t>
            </a:r>
            <a:r>
              <a:rPr lang="en-US" sz="2000" dirty="0"/>
              <a:t> of these abstractions can be easily correlated with underlying functionalities (OPS-REQ-STRENGTHEN-DM, OPS-REQ-INTEGRATION)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Progress </a:t>
            </a:r>
            <a:r>
              <a:rPr lang="en-US" sz="2000" b="1" i="1" dirty="0">
                <a:solidFill>
                  <a:srgbClr val="00B0F0"/>
                </a:solidFill>
              </a:rPr>
              <a:t>much faster </a:t>
            </a:r>
            <a:r>
              <a:rPr lang="en-US" sz="2000" dirty="0"/>
              <a:t>(OPS-REQ-QUICK-BUT-WELL, OPS-REQ-TIMELY-DM)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Implement </a:t>
            </a:r>
            <a:r>
              <a:rPr lang="en-US" sz="2000" b="1" i="1" dirty="0">
                <a:solidFill>
                  <a:srgbClr val="00B0F0"/>
                </a:solidFill>
              </a:rPr>
              <a:t>minimal functionality</a:t>
            </a:r>
            <a:r>
              <a:rPr lang="en-US" sz="2000" dirty="0"/>
              <a:t>, not bells and whistles (OPS-REQ-ITERATE)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Have </a:t>
            </a:r>
            <a:r>
              <a:rPr lang="en-US" sz="2000" b="1" dirty="0">
                <a:solidFill>
                  <a:srgbClr val="00B0F0"/>
                </a:solidFill>
              </a:rPr>
              <a:t>running code </a:t>
            </a:r>
            <a:r>
              <a:rPr lang="en-US" sz="2000" dirty="0"/>
              <a:t>while a specification is under development (OPS-REQ-READILY-IMPLEM, OPS-REQ-TOOLS)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Have vendors and operators </a:t>
            </a:r>
            <a:r>
              <a:rPr lang="en-US" sz="2000" b="1" i="1" dirty="0">
                <a:solidFill>
                  <a:srgbClr val="00B0F0"/>
                </a:solidFill>
              </a:rPr>
              <a:t>on board </a:t>
            </a:r>
            <a:r>
              <a:rPr lang="en-US" sz="2000" dirty="0"/>
              <a:t>at the time of developing the solution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Provide </a:t>
            </a:r>
            <a:r>
              <a:rPr lang="en-US" sz="2000" b="1" i="1" dirty="0">
                <a:solidFill>
                  <a:srgbClr val="00B0F0"/>
                </a:solidFill>
              </a:rPr>
              <a:t>independent compliance suites </a:t>
            </a:r>
            <a:r>
              <a:rPr lang="en-US" sz="2000" dirty="0"/>
              <a:t>to validate features (OPS-REQ-GUIDE-AND-PROFILE)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Need for means to </a:t>
            </a:r>
            <a:r>
              <a:rPr lang="en-US" sz="2000" b="1" i="1" dirty="0">
                <a:solidFill>
                  <a:srgbClr val="00B0F0"/>
                </a:solidFill>
              </a:rPr>
              <a:t>correlate data </a:t>
            </a:r>
            <a:r>
              <a:rPr lang="en-US" sz="2000" dirty="0"/>
              <a:t>learned from different means (OPS-REQ-REUSABILITY)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Investigate approaches to </a:t>
            </a:r>
            <a:r>
              <a:rPr lang="en-US" sz="2000" b="1" i="1" dirty="0">
                <a:solidFill>
                  <a:srgbClr val="00B0F0"/>
                </a:solidFill>
              </a:rPr>
              <a:t>ease adoption and integration </a:t>
            </a:r>
            <a:r>
              <a:rPr lang="en-US" sz="2000" dirty="0"/>
              <a:t>into an operator’s environments (OPS-REQ-EASE-EXPOSURE, OPS-REQ-DM2API, OPS-REQ-INTEGRATION)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Network-centric </a:t>
            </a:r>
            <a:r>
              <a:rPr lang="en-US" sz="2000" b="1" i="1" dirty="0">
                <a:solidFill>
                  <a:srgbClr val="00B0F0"/>
                </a:solidFill>
              </a:rPr>
              <a:t>approaches have limits</a:t>
            </a:r>
            <a:r>
              <a:rPr lang="en-US" sz="2000" dirty="0"/>
              <a:t>, need to better integrate and learn from techniques in </a:t>
            </a:r>
            <a:r>
              <a:rPr lang="en-US" sz="2000" b="1" i="1" dirty="0">
                <a:solidFill>
                  <a:srgbClr val="00B0F0"/>
                </a:solidFill>
              </a:rPr>
              <a:t>other domains</a:t>
            </a:r>
            <a:r>
              <a:rPr lang="en-US" sz="2000" dirty="0"/>
              <a:t> (OPS-REQ-BRIDGE)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fr-FR" sz="24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9E5817-1461-5C83-7DA5-563B8EBE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AB3086-DE1C-4E19-8CD7-9E76252A0DD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12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717E-E9F6-898D-AFED-B598BB917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14983BED-B0FD-7E5F-EA45-01EA99F9A654}"/>
              </a:ext>
            </a:extLst>
          </p:cNvPr>
          <p:cNvSpPr/>
          <p:nvPr/>
        </p:nvSpPr>
        <p:spPr>
          <a:xfrm>
            <a:off x="920822" y="5645044"/>
            <a:ext cx="11001837" cy="755756"/>
          </a:xfrm>
          <a:custGeom>
            <a:avLst/>
            <a:gdLst>
              <a:gd name="connsiteX0" fmla="*/ 1264113 w 11001837"/>
              <a:gd name="connsiteY0" fmla="*/ 4985 h 755756"/>
              <a:gd name="connsiteX1" fmla="*/ 917603 w 11001837"/>
              <a:gd name="connsiteY1" fmla="*/ 43487 h 755756"/>
              <a:gd name="connsiteX2" fmla="*/ 407464 w 11001837"/>
              <a:gd name="connsiteY2" fmla="*/ 72362 h 755756"/>
              <a:gd name="connsiteX3" fmla="*/ 176458 w 11001837"/>
              <a:gd name="connsiteY3" fmla="*/ 101238 h 755756"/>
              <a:gd name="connsiteX4" fmla="*/ 70580 w 11001837"/>
              <a:gd name="connsiteY4" fmla="*/ 110863 h 755756"/>
              <a:gd name="connsiteX5" fmla="*/ 3203 w 11001837"/>
              <a:gd name="connsiteY5" fmla="*/ 130114 h 755756"/>
              <a:gd name="connsiteX6" fmla="*/ 60955 w 11001837"/>
              <a:gd name="connsiteY6" fmla="*/ 245617 h 755756"/>
              <a:gd name="connsiteX7" fmla="*/ 109081 w 11001837"/>
              <a:gd name="connsiteY7" fmla="*/ 293743 h 755756"/>
              <a:gd name="connsiteX8" fmla="*/ 176458 w 11001837"/>
              <a:gd name="connsiteY8" fmla="*/ 389996 h 755756"/>
              <a:gd name="connsiteX9" fmla="*/ 272711 w 11001837"/>
              <a:gd name="connsiteY9" fmla="*/ 495874 h 755756"/>
              <a:gd name="connsiteX10" fmla="*/ 349713 w 11001837"/>
              <a:gd name="connsiteY10" fmla="*/ 611377 h 755756"/>
              <a:gd name="connsiteX11" fmla="*/ 417090 w 11001837"/>
              <a:gd name="connsiteY11" fmla="*/ 649878 h 755756"/>
              <a:gd name="connsiteX12" fmla="*/ 532593 w 11001837"/>
              <a:gd name="connsiteY12" fmla="*/ 707630 h 755756"/>
              <a:gd name="connsiteX13" fmla="*/ 879102 w 11001837"/>
              <a:gd name="connsiteY13" fmla="*/ 755756 h 755756"/>
              <a:gd name="connsiteX14" fmla="*/ 1620247 w 11001837"/>
              <a:gd name="connsiteY14" fmla="*/ 726880 h 755756"/>
              <a:gd name="connsiteX15" fmla="*/ 1745376 w 11001837"/>
              <a:gd name="connsiteY15" fmla="*/ 717255 h 755756"/>
              <a:gd name="connsiteX16" fmla="*/ 2197763 w 11001837"/>
              <a:gd name="connsiteY16" fmla="*/ 688379 h 755756"/>
              <a:gd name="connsiteX17" fmla="*/ 2688652 w 11001837"/>
              <a:gd name="connsiteY17" fmla="*/ 698004 h 755756"/>
              <a:gd name="connsiteX18" fmla="*/ 2948534 w 11001837"/>
              <a:gd name="connsiteY18" fmla="*/ 707630 h 755756"/>
              <a:gd name="connsiteX19" fmla="*/ 3352795 w 11001837"/>
              <a:gd name="connsiteY19" fmla="*/ 717255 h 755756"/>
              <a:gd name="connsiteX20" fmla="*/ 3420172 w 11001837"/>
              <a:gd name="connsiteY20" fmla="*/ 707630 h 755756"/>
              <a:gd name="connsiteX21" fmla="*/ 3477923 w 11001837"/>
              <a:gd name="connsiteY21" fmla="*/ 611377 h 755756"/>
              <a:gd name="connsiteX22" fmla="*/ 3516424 w 11001837"/>
              <a:gd name="connsiteY22" fmla="*/ 572876 h 755756"/>
              <a:gd name="connsiteX23" fmla="*/ 3747431 w 11001837"/>
              <a:gd name="connsiteY23" fmla="*/ 505499 h 755756"/>
              <a:gd name="connsiteX24" fmla="*/ 4084315 w 11001837"/>
              <a:gd name="connsiteY24" fmla="*/ 447748 h 755756"/>
              <a:gd name="connsiteX25" fmla="*/ 5903490 w 11001837"/>
              <a:gd name="connsiteY25" fmla="*/ 409247 h 755756"/>
              <a:gd name="connsiteX26" fmla="*/ 9686218 w 11001837"/>
              <a:gd name="connsiteY26" fmla="*/ 447748 h 755756"/>
              <a:gd name="connsiteX27" fmla="*/ 9705469 w 11001837"/>
              <a:gd name="connsiteY27" fmla="*/ 476623 h 755756"/>
              <a:gd name="connsiteX28" fmla="*/ 10109730 w 11001837"/>
              <a:gd name="connsiteY28" fmla="*/ 409247 h 755756"/>
              <a:gd name="connsiteX29" fmla="*/ 10359986 w 11001837"/>
              <a:gd name="connsiteY29" fmla="*/ 370745 h 755756"/>
              <a:gd name="connsiteX30" fmla="*/ 10841250 w 11001837"/>
              <a:gd name="connsiteY30" fmla="*/ 341870 h 755756"/>
              <a:gd name="connsiteX31" fmla="*/ 10985629 w 11001837"/>
              <a:gd name="connsiteY31" fmla="*/ 264868 h 755756"/>
              <a:gd name="connsiteX32" fmla="*/ 10889376 w 11001837"/>
              <a:gd name="connsiteY32" fmla="*/ 130114 h 755756"/>
              <a:gd name="connsiteX33" fmla="*/ 10764247 w 11001837"/>
              <a:gd name="connsiteY33" fmla="*/ 120489 h 755756"/>
              <a:gd name="connsiteX34" fmla="*/ 7982546 w 11001837"/>
              <a:gd name="connsiteY34" fmla="*/ 110863 h 755756"/>
              <a:gd name="connsiteX35" fmla="*/ 3439422 w 11001837"/>
              <a:gd name="connsiteY35" fmla="*/ 81988 h 755756"/>
              <a:gd name="connsiteX36" fmla="*/ 2409519 w 11001837"/>
              <a:gd name="connsiteY36" fmla="*/ 62737 h 755756"/>
              <a:gd name="connsiteX37" fmla="*/ 1735751 w 11001837"/>
              <a:gd name="connsiteY37" fmla="*/ 33861 h 755756"/>
              <a:gd name="connsiteX38" fmla="*/ 1668374 w 11001837"/>
              <a:gd name="connsiteY38" fmla="*/ 14611 h 755756"/>
              <a:gd name="connsiteX39" fmla="*/ 1264113 w 11001837"/>
              <a:gd name="connsiteY39" fmla="*/ 4985 h 755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001837" h="755756">
                <a:moveTo>
                  <a:pt x="1264113" y="4985"/>
                </a:moveTo>
                <a:cubicBezTo>
                  <a:pt x="1138985" y="9798"/>
                  <a:pt x="1170242" y="25442"/>
                  <a:pt x="917603" y="43487"/>
                </a:cubicBezTo>
                <a:cubicBezTo>
                  <a:pt x="747717" y="55622"/>
                  <a:pt x="577451" y="61738"/>
                  <a:pt x="407464" y="72362"/>
                </a:cubicBezTo>
                <a:cubicBezTo>
                  <a:pt x="264733" y="81283"/>
                  <a:pt x="330451" y="81989"/>
                  <a:pt x="176458" y="101238"/>
                </a:cubicBezTo>
                <a:cubicBezTo>
                  <a:pt x="141293" y="105633"/>
                  <a:pt x="105873" y="107655"/>
                  <a:pt x="70580" y="110863"/>
                </a:cubicBezTo>
                <a:cubicBezTo>
                  <a:pt x="48121" y="117280"/>
                  <a:pt x="14546" y="109696"/>
                  <a:pt x="3203" y="130114"/>
                </a:cubicBezTo>
                <a:cubicBezTo>
                  <a:pt x="-14345" y="161701"/>
                  <a:pt x="45193" y="228103"/>
                  <a:pt x="60955" y="245617"/>
                </a:cubicBezTo>
                <a:cubicBezTo>
                  <a:pt x="76132" y="262480"/>
                  <a:pt x="94909" y="276028"/>
                  <a:pt x="109081" y="293743"/>
                </a:cubicBezTo>
                <a:cubicBezTo>
                  <a:pt x="206132" y="415057"/>
                  <a:pt x="63013" y="266239"/>
                  <a:pt x="176458" y="389996"/>
                </a:cubicBezTo>
                <a:cubicBezTo>
                  <a:pt x="212662" y="429491"/>
                  <a:pt x="246252" y="451776"/>
                  <a:pt x="272711" y="495874"/>
                </a:cubicBezTo>
                <a:cubicBezTo>
                  <a:pt x="305432" y="550410"/>
                  <a:pt x="296377" y="566930"/>
                  <a:pt x="349713" y="611377"/>
                </a:cubicBezTo>
                <a:cubicBezTo>
                  <a:pt x="369585" y="627937"/>
                  <a:pt x="394200" y="637830"/>
                  <a:pt x="417090" y="649878"/>
                </a:cubicBezTo>
                <a:cubicBezTo>
                  <a:pt x="455182" y="669926"/>
                  <a:pt x="492507" y="691944"/>
                  <a:pt x="532593" y="707630"/>
                </a:cubicBezTo>
                <a:cubicBezTo>
                  <a:pt x="646198" y="752084"/>
                  <a:pt x="755770" y="745889"/>
                  <a:pt x="879102" y="755756"/>
                </a:cubicBezTo>
                <a:lnTo>
                  <a:pt x="1620247" y="726880"/>
                </a:lnTo>
                <a:cubicBezTo>
                  <a:pt x="1662039" y="725023"/>
                  <a:pt x="1703636" y="720038"/>
                  <a:pt x="1745376" y="717255"/>
                </a:cubicBezTo>
                <a:lnTo>
                  <a:pt x="2197763" y="688379"/>
                </a:lnTo>
                <a:lnTo>
                  <a:pt x="2688652" y="698004"/>
                </a:lnTo>
                <a:cubicBezTo>
                  <a:pt x="2775310" y="700226"/>
                  <a:pt x="2861884" y="705118"/>
                  <a:pt x="2948534" y="707630"/>
                </a:cubicBezTo>
                <a:lnTo>
                  <a:pt x="3352795" y="717255"/>
                </a:lnTo>
                <a:cubicBezTo>
                  <a:pt x="3375254" y="714047"/>
                  <a:pt x="3401295" y="720214"/>
                  <a:pt x="3420172" y="707630"/>
                </a:cubicBezTo>
                <a:cubicBezTo>
                  <a:pt x="3529102" y="635010"/>
                  <a:pt x="3439386" y="665329"/>
                  <a:pt x="3477923" y="611377"/>
                </a:cubicBezTo>
                <a:cubicBezTo>
                  <a:pt x="3488472" y="596608"/>
                  <a:pt x="3500666" y="581881"/>
                  <a:pt x="3516424" y="572876"/>
                </a:cubicBezTo>
                <a:cubicBezTo>
                  <a:pt x="3583908" y="534314"/>
                  <a:pt x="3673833" y="519017"/>
                  <a:pt x="3747431" y="505499"/>
                </a:cubicBezTo>
                <a:cubicBezTo>
                  <a:pt x="3859489" y="484917"/>
                  <a:pt x="3970558" y="454068"/>
                  <a:pt x="4084315" y="447748"/>
                </a:cubicBezTo>
                <a:cubicBezTo>
                  <a:pt x="4805449" y="407682"/>
                  <a:pt x="4199738" y="439137"/>
                  <a:pt x="5903490" y="409247"/>
                </a:cubicBezTo>
                <a:lnTo>
                  <a:pt x="9686218" y="447748"/>
                </a:lnTo>
                <a:cubicBezTo>
                  <a:pt x="9697784" y="447953"/>
                  <a:pt x="9693949" y="477670"/>
                  <a:pt x="9705469" y="476623"/>
                </a:cubicBezTo>
                <a:cubicBezTo>
                  <a:pt x="9841520" y="464255"/>
                  <a:pt x="9974871" y="431063"/>
                  <a:pt x="10109730" y="409247"/>
                </a:cubicBezTo>
                <a:cubicBezTo>
                  <a:pt x="10193047" y="395769"/>
                  <a:pt x="10275877" y="377754"/>
                  <a:pt x="10359986" y="370745"/>
                </a:cubicBezTo>
                <a:cubicBezTo>
                  <a:pt x="10597157" y="350981"/>
                  <a:pt x="10436909" y="363151"/>
                  <a:pt x="10841250" y="341870"/>
                </a:cubicBezTo>
                <a:cubicBezTo>
                  <a:pt x="10862389" y="331300"/>
                  <a:pt x="10981725" y="272676"/>
                  <a:pt x="10985629" y="264868"/>
                </a:cubicBezTo>
                <a:cubicBezTo>
                  <a:pt x="11037295" y="161535"/>
                  <a:pt x="10954612" y="141975"/>
                  <a:pt x="10889376" y="130114"/>
                </a:cubicBezTo>
                <a:cubicBezTo>
                  <a:pt x="10848218" y="122631"/>
                  <a:pt x="10806079" y="120766"/>
                  <a:pt x="10764247" y="120489"/>
                </a:cubicBezTo>
                <a:lnTo>
                  <a:pt x="7982546" y="110863"/>
                </a:lnTo>
                <a:lnTo>
                  <a:pt x="3439422" y="81988"/>
                </a:lnTo>
                <a:cubicBezTo>
                  <a:pt x="2849796" y="52504"/>
                  <a:pt x="3825237" y="98806"/>
                  <a:pt x="2409519" y="62737"/>
                </a:cubicBezTo>
                <a:cubicBezTo>
                  <a:pt x="2184796" y="57012"/>
                  <a:pt x="1735751" y="33861"/>
                  <a:pt x="1735751" y="33861"/>
                </a:cubicBezTo>
                <a:cubicBezTo>
                  <a:pt x="1713292" y="27444"/>
                  <a:pt x="1691589" y="17190"/>
                  <a:pt x="1668374" y="14611"/>
                </a:cubicBezTo>
                <a:cubicBezTo>
                  <a:pt x="1477234" y="-6627"/>
                  <a:pt x="1389241" y="172"/>
                  <a:pt x="1264113" y="498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108659B-0FFD-F98D-4208-5EC44809B1EB}"/>
              </a:ext>
            </a:extLst>
          </p:cNvPr>
          <p:cNvSpPr txBox="1"/>
          <p:nvPr/>
        </p:nvSpPr>
        <p:spPr>
          <a:xfrm>
            <a:off x="8983828" y="6124473"/>
            <a:ext cx="2938831" cy="369332"/>
          </a:xfrm>
          <a:custGeom>
            <a:avLst/>
            <a:gdLst>
              <a:gd name="connsiteX0" fmla="*/ 0 w 2938831"/>
              <a:gd name="connsiteY0" fmla="*/ 0 h 369332"/>
              <a:gd name="connsiteX1" fmla="*/ 528990 w 2938831"/>
              <a:gd name="connsiteY1" fmla="*/ 0 h 369332"/>
              <a:gd name="connsiteX2" fmla="*/ 1028591 w 2938831"/>
              <a:gd name="connsiteY2" fmla="*/ 0 h 369332"/>
              <a:gd name="connsiteX3" fmla="*/ 1586969 w 2938831"/>
              <a:gd name="connsiteY3" fmla="*/ 0 h 369332"/>
              <a:gd name="connsiteX4" fmla="*/ 2145347 w 2938831"/>
              <a:gd name="connsiteY4" fmla="*/ 0 h 369332"/>
              <a:gd name="connsiteX5" fmla="*/ 2938831 w 2938831"/>
              <a:gd name="connsiteY5" fmla="*/ 0 h 369332"/>
              <a:gd name="connsiteX6" fmla="*/ 2938831 w 2938831"/>
              <a:gd name="connsiteY6" fmla="*/ 369332 h 369332"/>
              <a:gd name="connsiteX7" fmla="*/ 2380453 w 2938831"/>
              <a:gd name="connsiteY7" fmla="*/ 369332 h 369332"/>
              <a:gd name="connsiteX8" fmla="*/ 1733910 w 2938831"/>
              <a:gd name="connsiteY8" fmla="*/ 369332 h 369332"/>
              <a:gd name="connsiteX9" fmla="*/ 1204921 w 2938831"/>
              <a:gd name="connsiteY9" fmla="*/ 369332 h 369332"/>
              <a:gd name="connsiteX10" fmla="*/ 617155 w 2938831"/>
              <a:gd name="connsiteY10" fmla="*/ 369332 h 369332"/>
              <a:gd name="connsiteX11" fmla="*/ 0 w 2938831"/>
              <a:gd name="connsiteY11" fmla="*/ 369332 h 369332"/>
              <a:gd name="connsiteX12" fmla="*/ 0 w 2938831"/>
              <a:gd name="connsiteY12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38831" h="369332" fill="none" extrusionOk="0">
                <a:moveTo>
                  <a:pt x="0" y="0"/>
                </a:moveTo>
                <a:cubicBezTo>
                  <a:pt x="187266" y="-44010"/>
                  <a:pt x="420321" y="3412"/>
                  <a:pt x="528990" y="0"/>
                </a:cubicBezTo>
                <a:cubicBezTo>
                  <a:pt x="637659" y="-3412"/>
                  <a:pt x="853226" y="37998"/>
                  <a:pt x="1028591" y="0"/>
                </a:cubicBezTo>
                <a:cubicBezTo>
                  <a:pt x="1203956" y="-37998"/>
                  <a:pt x="1369034" y="52958"/>
                  <a:pt x="1586969" y="0"/>
                </a:cubicBezTo>
                <a:cubicBezTo>
                  <a:pt x="1804904" y="-52958"/>
                  <a:pt x="1987073" y="5800"/>
                  <a:pt x="2145347" y="0"/>
                </a:cubicBezTo>
                <a:cubicBezTo>
                  <a:pt x="2303621" y="-5800"/>
                  <a:pt x="2559370" y="63366"/>
                  <a:pt x="2938831" y="0"/>
                </a:cubicBezTo>
                <a:cubicBezTo>
                  <a:pt x="2949544" y="145577"/>
                  <a:pt x="2911057" y="231591"/>
                  <a:pt x="2938831" y="369332"/>
                </a:cubicBezTo>
                <a:cubicBezTo>
                  <a:pt x="2781781" y="387435"/>
                  <a:pt x="2586167" y="335160"/>
                  <a:pt x="2380453" y="369332"/>
                </a:cubicBezTo>
                <a:cubicBezTo>
                  <a:pt x="2174739" y="403504"/>
                  <a:pt x="1876600" y="324459"/>
                  <a:pt x="1733910" y="369332"/>
                </a:cubicBezTo>
                <a:cubicBezTo>
                  <a:pt x="1591220" y="414205"/>
                  <a:pt x="1354857" y="348039"/>
                  <a:pt x="1204921" y="369332"/>
                </a:cubicBezTo>
                <a:cubicBezTo>
                  <a:pt x="1054985" y="390625"/>
                  <a:pt x="882130" y="343036"/>
                  <a:pt x="617155" y="369332"/>
                </a:cubicBezTo>
                <a:cubicBezTo>
                  <a:pt x="352180" y="395628"/>
                  <a:pt x="210204" y="353919"/>
                  <a:pt x="0" y="369332"/>
                </a:cubicBezTo>
                <a:cubicBezTo>
                  <a:pt x="-31133" y="275850"/>
                  <a:pt x="7863" y="156945"/>
                  <a:pt x="0" y="0"/>
                </a:cubicBezTo>
                <a:close/>
              </a:path>
              <a:path w="2938831" h="369332" stroke="0" extrusionOk="0">
                <a:moveTo>
                  <a:pt x="0" y="0"/>
                </a:moveTo>
                <a:cubicBezTo>
                  <a:pt x="192453" y="-55548"/>
                  <a:pt x="461822" y="17012"/>
                  <a:pt x="617155" y="0"/>
                </a:cubicBezTo>
                <a:cubicBezTo>
                  <a:pt x="772488" y="-17012"/>
                  <a:pt x="1009652" y="67441"/>
                  <a:pt x="1204921" y="0"/>
                </a:cubicBezTo>
                <a:cubicBezTo>
                  <a:pt x="1400190" y="-67441"/>
                  <a:pt x="1474522" y="52871"/>
                  <a:pt x="1704522" y="0"/>
                </a:cubicBezTo>
                <a:cubicBezTo>
                  <a:pt x="1934522" y="-52871"/>
                  <a:pt x="2191027" y="3590"/>
                  <a:pt x="2321676" y="0"/>
                </a:cubicBezTo>
                <a:cubicBezTo>
                  <a:pt x="2452325" y="-3590"/>
                  <a:pt x="2687071" y="60643"/>
                  <a:pt x="2938831" y="0"/>
                </a:cubicBezTo>
                <a:cubicBezTo>
                  <a:pt x="2961608" y="179448"/>
                  <a:pt x="2928969" y="234872"/>
                  <a:pt x="2938831" y="369332"/>
                </a:cubicBezTo>
                <a:cubicBezTo>
                  <a:pt x="2766113" y="407314"/>
                  <a:pt x="2458758" y="294510"/>
                  <a:pt x="2292288" y="369332"/>
                </a:cubicBezTo>
                <a:cubicBezTo>
                  <a:pt x="2125818" y="444154"/>
                  <a:pt x="1804345" y="309376"/>
                  <a:pt x="1675134" y="369332"/>
                </a:cubicBezTo>
                <a:cubicBezTo>
                  <a:pt x="1545923" y="429288"/>
                  <a:pt x="1259687" y="325156"/>
                  <a:pt x="1087367" y="369332"/>
                </a:cubicBezTo>
                <a:cubicBezTo>
                  <a:pt x="915047" y="413508"/>
                  <a:pt x="359931" y="244047"/>
                  <a:pt x="0" y="369332"/>
                </a:cubicBezTo>
                <a:cubicBezTo>
                  <a:pt x="-43874" y="275998"/>
                  <a:pt x="14748" y="110638"/>
                  <a:pt x="0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51007003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fr-FR" dirty="0"/>
              <a:t>KG, Data </a:t>
            </a:r>
            <a:r>
              <a:rPr lang="fr-FR" dirty="0" err="1"/>
              <a:t>Mesh</a:t>
            </a:r>
            <a:r>
              <a:rPr lang="fr-FR" dirty="0"/>
              <a:t>, AINETOPS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630E4F3A-D87E-534A-1ACB-62A0730DD100}"/>
              </a:ext>
            </a:extLst>
          </p:cNvPr>
          <p:cNvSpPr/>
          <p:nvPr/>
        </p:nvSpPr>
        <p:spPr>
          <a:xfrm>
            <a:off x="1250887" y="3031287"/>
            <a:ext cx="10742784" cy="703315"/>
          </a:xfrm>
          <a:custGeom>
            <a:avLst/>
            <a:gdLst>
              <a:gd name="connsiteX0" fmla="*/ 2656970 w 10742784"/>
              <a:gd name="connsiteY0" fmla="*/ 116174 h 703315"/>
              <a:gd name="connsiteX1" fmla="*/ 693416 w 10742784"/>
              <a:gd name="connsiteY1" fmla="*/ 135425 h 703315"/>
              <a:gd name="connsiteX2" fmla="*/ 77399 w 10742784"/>
              <a:gd name="connsiteY2" fmla="*/ 164300 h 703315"/>
              <a:gd name="connsiteX3" fmla="*/ 38898 w 10742784"/>
              <a:gd name="connsiteY3" fmla="*/ 193176 h 703315"/>
              <a:gd name="connsiteX4" fmla="*/ 397 w 10742784"/>
              <a:gd name="connsiteY4" fmla="*/ 308679 h 703315"/>
              <a:gd name="connsiteX5" fmla="*/ 29273 w 10742784"/>
              <a:gd name="connsiteY5" fmla="*/ 587812 h 703315"/>
              <a:gd name="connsiteX6" fmla="*/ 67774 w 10742784"/>
              <a:gd name="connsiteY6" fmla="*/ 626313 h 703315"/>
              <a:gd name="connsiteX7" fmla="*/ 260279 w 10742784"/>
              <a:gd name="connsiteY7" fmla="*/ 684065 h 703315"/>
              <a:gd name="connsiteX8" fmla="*/ 597164 w 10742784"/>
              <a:gd name="connsiteY8" fmla="*/ 693690 h 703315"/>
              <a:gd name="connsiteX9" fmla="*/ 770418 w 10742784"/>
              <a:gd name="connsiteY9" fmla="*/ 703315 h 703315"/>
              <a:gd name="connsiteX10" fmla="*/ 1222806 w 10742784"/>
              <a:gd name="connsiteY10" fmla="*/ 693690 h 703315"/>
              <a:gd name="connsiteX11" fmla="*/ 1405686 w 10742784"/>
              <a:gd name="connsiteY11" fmla="*/ 635938 h 703315"/>
              <a:gd name="connsiteX12" fmla="*/ 1559690 w 10742784"/>
              <a:gd name="connsiteY12" fmla="*/ 607062 h 703315"/>
              <a:gd name="connsiteX13" fmla="*/ 1944700 w 10742784"/>
              <a:gd name="connsiteY13" fmla="*/ 568561 h 703315"/>
              <a:gd name="connsiteX14" fmla="*/ 2262334 w 10742784"/>
              <a:gd name="connsiteY14" fmla="*/ 520435 h 703315"/>
              <a:gd name="connsiteX15" fmla="*/ 2512591 w 10742784"/>
              <a:gd name="connsiteY15" fmla="*/ 491559 h 703315"/>
              <a:gd name="connsiteX16" fmla="*/ 2676220 w 10742784"/>
              <a:gd name="connsiteY16" fmla="*/ 462684 h 703315"/>
              <a:gd name="connsiteX17" fmla="*/ 2839850 w 10742784"/>
              <a:gd name="connsiteY17" fmla="*/ 443433 h 703315"/>
              <a:gd name="connsiteX18" fmla="*/ 3041980 w 10742784"/>
              <a:gd name="connsiteY18" fmla="*/ 414557 h 703315"/>
              <a:gd name="connsiteX19" fmla="*/ 3378865 w 10742784"/>
              <a:gd name="connsiteY19" fmla="*/ 366431 h 703315"/>
              <a:gd name="connsiteX20" fmla="*/ 3638747 w 10742784"/>
              <a:gd name="connsiteY20" fmla="*/ 347180 h 703315"/>
              <a:gd name="connsiteX21" fmla="*/ 4116802 w 10742784"/>
              <a:gd name="connsiteY21" fmla="*/ 350389 h 703315"/>
              <a:gd name="connsiteX22" fmla="*/ 4623540 w 10742784"/>
              <a:gd name="connsiteY22" fmla="*/ 353790 h 703315"/>
              <a:gd name="connsiteX23" fmla="*/ 5072911 w 10742784"/>
              <a:gd name="connsiteY23" fmla="*/ 356806 h 703315"/>
              <a:gd name="connsiteX24" fmla="*/ 5303917 w 10742784"/>
              <a:gd name="connsiteY24" fmla="*/ 395307 h 703315"/>
              <a:gd name="connsiteX25" fmla="*/ 5544549 w 10742784"/>
              <a:gd name="connsiteY25" fmla="*/ 404932 h 703315"/>
              <a:gd name="connsiteX26" fmla="*/ 6555201 w 10742784"/>
              <a:gd name="connsiteY26" fmla="*/ 433808 h 703315"/>
              <a:gd name="connsiteX27" fmla="*/ 6940212 w 10742784"/>
              <a:gd name="connsiteY27" fmla="*/ 453058 h 703315"/>
              <a:gd name="connsiteX28" fmla="*/ 8470629 w 10742784"/>
              <a:gd name="connsiteY28" fmla="*/ 481934 h 703315"/>
              <a:gd name="connsiteX29" fmla="*/ 8730511 w 10742784"/>
              <a:gd name="connsiteY29" fmla="*/ 491559 h 703315"/>
              <a:gd name="connsiteX30" fmla="*/ 9144397 w 10742784"/>
              <a:gd name="connsiteY30" fmla="*/ 510810 h 703315"/>
              <a:gd name="connsiteX31" fmla="*/ 10530435 w 10742784"/>
              <a:gd name="connsiteY31" fmla="*/ 491559 h 703315"/>
              <a:gd name="connsiteX32" fmla="*/ 10588187 w 10742784"/>
              <a:gd name="connsiteY32" fmla="*/ 472309 h 703315"/>
              <a:gd name="connsiteX33" fmla="*/ 10713315 w 10742784"/>
              <a:gd name="connsiteY33" fmla="*/ 414557 h 703315"/>
              <a:gd name="connsiteX34" fmla="*/ 10694065 w 10742784"/>
              <a:gd name="connsiteY34" fmla="*/ 222052 h 703315"/>
              <a:gd name="connsiteX35" fmla="*/ 10655564 w 10742784"/>
              <a:gd name="connsiteY35" fmla="*/ 164300 h 703315"/>
              <a:gd name="connsiteX36" fmla="*/ 10511185 w 10742784"/>
              <a:gd name="connsiteY36" fmla="*/ 87298 h 703315"/>
              <a:gd name="connsiteX37" fmla="*/ 9929049 w 10742784"/>
              <a:gd name="connsiteY37" fmla="*/ 83400 h 703315"/>
              <a:gd name="connsiteX38" fmla="*/ 9433156 w 10742784"/>
              <a:gd name="connsiteY38" fmla="*/ 80079 h 703315"/>
              <a:gd name="connsiteX39" fmla="*/ 8807898 w 10742784"/>
              <a:gd name="connsiteY39" fmla="*/ 75892 h 703315"/>
              <a:gd name="connsiteX40" fmla="*/ 8355126 w 10742784"/>
              <a:gd name="connsiteY40" fmla="*/ 72860 h 703315"/>
              <a:gd name="connsiteX41" fmla="*/ 7729869 w 10742784"/>
              <a:gd name="connsiteY41" fmla="*/ 68673 h 703315"/>
              <a:gd name="connsiteX42" fmla="*/ 7147733 w 10742784"/>
              <a:gd name="connsiteY42" fmla="*/ 64775 h 703315"/>
              <a:gd name="connsiteX43" fmla="*/ 6199067 w 10742784"/>
              <a:gd name="connsiteY43" fmla="*/ 58422 h 703315"/>
              <a:gd name="connsiteX44" fmla="*/ 6035437 w 10742784"/>
              <a:gd name="connsiteY44" fmla="*/ 39172 h 703315"/>
              <a:gd name="connsiteX45" fmla="*/ 5765930 w 10742784"/>
              <a:gd name="connsiteY45" fmla="*/ 29547 h 703315"/>
              <a:gd name="connsiteX46" fmla="*/ 5611926 w 10742784"/>
              <a:gd name="connsiteY46" fmla="*/ 19921 h 703315"/>
              <a:gd name="connsiteX47" fmla="*/ 5169164 w 10742784"/>
              <a:gd name="connsiteY47" fmla="*/ 671 h 703315"/>
              <a:gd name="connsiteX48" fmla="*/ 4626010 w 10742784"/>
              <a:gd name="connsiteY48" fmla="*/ 3270 h 703315"/>
              <a:gd name="connsiteX49" fmla="*/ 4082857 w 10742784"/>
              <a:gd name="connsiteY49" fmla="*/ 5869 h 703315"/>
              <a:gd name="connsiteX50" fmla="*/ 3600054 w 10742784"/>
              <a:gd name="connsiteY50" fmla="*/ 8179 h 703315"/>
              <a:gd name="connsiteX51" fmla="*/ 3157484 w 10742784"/>
              <a:gd name="connsiteY51" fmla="*/ 10296 h 703315"/>
              <a:gd name="connsiteX52" fmla="*/ 3051606 w 10742784"/>
              <a:gd name="connsiteY52" fmla="*/ 19921 h 703315"/>
              <a:gd name="connsiteX53" fmla="*/ 2984229 w 10742784"/>
              <a:gd name="connsiteY53" fmla="*/ 29547 h 703315"/>
              <a:gd name="connsiteX54" fmla="*/ 2907227 w 10742784"/>
              <a:gd name="connsiteY54" fmla="*/ 39172 h 703315"/>
              <a:gd name="connsiteX55" fmla="*/ 2772473 w 10742784"/>
              <a:gd name="connsiteY55" fmla="*/ 58422 h 703315"/>
              <a:gd name="connsiteX56" fmla="*/ 2743597 w 10742784"/>
              <a:gd name="connsiteY56" fmla="*/ 68048 h 703315"/>
              <a:gd name="connsiteX57" fmla="*/ 2656970 w 10742784"/>
              <a:gd name="connsiteY57" fmla="*/ 87298 h 703315"/>
              <a:gd name="connsiteX58" fmla="*/ 2656970 w 10742784"/>
              <a:gd name="connsiteY58" fmla="*/ 116174 h 703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0742784" h="703315" fill="none" extrusionOk="0">
                <a:moveTo>
                  <a:pt x="2656970" y="116174"/>
                </a:moveTo>
                <a:cubicBezTo>
                  <a:pt x="2360120" y="210200"/>
                  <a:pt x="1362363" y="108680"/>
                  <a:pt x="693416" y="135425"/>
                </a:cubicBezTo>
                <a:cubicBezTo>
                  <a:pt x="727653" y="117679"/>
                  <a:pt x="284625" y="86890"/>
                  <a:pt x="77399" y="164300"/>
                </a:cubicBezTo>
                <a:cubicBezTo>
                  <a:pt x="64087" y="172024"/>
                  <a:pt x="53406" y="183553"/>
                  <a:pt x="38898" y="193176"/>
                </a:cubicBezTo>
                <a:cubicBezTo>
                  <a:pt x="27666" y="232615"/>
                  <a:pt x="-1372" y="279849"/>
                  <a:pt x="397" y="308679"/>
                </a:cubicBezTo>
                <a:cubicBezTo>
                  <a:pt x="14612" y="394736"/>
                  <a:pt x="8484" y="501200"/>
                  <a:pt x="29273" y="587812"/>
                </a:cubicBezTo>
                <a:cubicBezTo>
                  <a:pt x="33674" y="605707"/>
                  <a:pt x="54793" y="613982"/>
                  <a:pt x="67774" y="626313"/>
                </a:cubicBezTo>
                <a:cubicBezTo>
                  <a:pt x="116075" y="666530"/>
                  <a:pt x="206065" y="689217"/>
                  <a:pt x="260279" y="684065"/>
                </a:cubicBezTo>
                <a:cubicBezTo>
                  <a:pt x="365188" y="715578"/>
                  <a:pt x="481582" y="692877"/>
                  <a:pt x="597164" y="693690"/>
                </a:cubicBezTo>
                <a:cubicBezTo>
                  <a:pt x="649487" y="691588"/>
                  <a:pt x="712080" y="704003"/>
                  <a:pt x="770418" y="703315"/>
                </a:cubicBezTo>
                <a:cubicBezTo>
                  <a:pt x="900839" y="661826"/>
                  <a:pt x="1048814" y="666467"/>
                  <a:pt x="1222806" y="693690"/>
                </a:cubicBezTo>
                <a:cubicBezTo>
                  <a:pt x="1305993" y="685364"/>
                  <a:pt x="1320077" y="659076"/>
                  <a:pt x="1405686" y="635938"/>
                </a:cubicBezTo>
                <a:cubicBezTo>
                  <a:pt x="1458838" y="620483"/>
                  <a:pt x="1519251" y="605096"/>
                  <a:pt x="1559690" y="607062"/>
                </a:cubicBezTo>
                <a:cubicBezTo>
                  <a:pt x="1706218" y="587476"/>
                  <a:pt x="1830724" y="606732"/>
                  <a:pt x="1944700" y="568561"/>
                </a:cubicBezTo>
                <a:cubicBezTo>
                  <a:pt x="2059204" y="574256"/>
                  <a:pt x="2144055" y="525834"/>
                  <a:pt x="2262334" y="520435"/>
                </a:cubicBezTo>
                <a:cubicBezTo>
                  <a:pt x="2341768" y="506478"/>
                  <a:pt x="2450946" y="515138"/>
                  <a:pt x="2512591" y="491559"/>
                </a:cubicBezTo>
                <a:cubicBezTo>
                  <a:pt x="2575943" y="476515"/>
                  <a:pt x="2618365" y="463685"/>
                  <a:pt x="2676220" y="462684"/>
                </a:cubicBezTo>
                <a:cubicBezTo>
                  <a:pt x="2735619" y="457089"/>
                  <a:pt x="2795212" y="457822"/>
                  <a:pt x="2839850" y="443433"/>
                </a:cubicBezTo>
                <a:cubicBezTo>
                  <a:pt x="2913629" y="425538"/>
                  <a:pt x="2976848" y="419364"/>
                  <a:pt x="3041980" y="414557"/>
                </a:cubicBezTo>
                <a:cubicBezTo>
                  <a:pt x="3177372" y="415493"/>
                  <a:pt x="3255668" y="362966"/>
                  <a:pt x="3378865" y="366431"/>
                </a:cubicBezTo>
                <a:cubicBezTo>
                  <a:pt x="3448178" y="348072"/>
                  <a:pt x="3530669" y="347330"/>
                  <a:pt x="3638747" y="347180"/>
                </a:cubicBezTo>
                <a:cubicBezTo>
                  <a:pt x="3752265" y="305310"/>
                  <a:pt x="3882009" y="391175"/>
                  <a:pt x="4116802" y="350389"/>
                </a:cubicBezTo>
                <a:cubicBezTo>
                  <a:pt x="4351595" y="309603"/>
                  <a:pt x="4451464" y="376934"/>
                  <a:pt x="4623540" y="353790"/>
                </a:cubicBezTo>
                <a:cubicBezTo>
                  <a:pt x="4795616" y="330646"/>
                  <a:pt x="4860936" y="384045"/>
                  <a:pt x="5072911" y="356806"/>
                </a:cubicBezTo>
                <a:cubicBezTo>
                  <a:pt x="5136571" y="341322"/>
                  <a:pt x="5230807" y="390152"/>
                  <a:pt x="5303917" y="395307"/>
                </a:cubicBezTo>
                <a:cubicBezTo>
                  <a:pt x="5368090" y="394351"/>
                  <a:pt x="5452869" y="407912"/>
                  <a:pt x="5544549" y="404932"/>
                </a:cubicBezTo>
                <a:cubicBezTo>
                  <a:pt x="6211606" y="398107"/>
                  <a:pt x="5900130" y="445515"/>
                  <a:pt x="6555201" y="433808"/>
                </a:cubicBezTo>
                <a:cubicBezTo>
                  <a:pt x="6639573" y="409709"/>
                  <a:pt x="6790980" y="483336"/>
                  <a:pt x="6940212" y="453058"/>
                </a:cubicBezTo>
                <a:cubicBezTo>
                  <a:pt x="7574947" y="528996"/>
                  <a:pt x="7864771" y="432652"/>
                  <a:pt x="8470629" y="481934"/>
                </a:cubicBezTo>
                <a:cubicBezTo>
                  <a:pt x="8591828" y="472898"/>
                  <a:pt x="8651422" y="505447"/>
                  <a:pt x="8730511" y="491559"/>
                </a:cubicBezTo>
                <a:cubicBezTo>
                  <a:pt x="8829214" y="497649"/>
                  <a:pt x="9007147" y="506346"/>
                  <a:pt x="9144397" y="510810"/>
                </a:cubicBezTo>
                <a:cubicBezTo>
                  <a:pt x="9587816" y="461540"/>
                  <a:pt x="10047437" y="515227"/>
                  <a:pt x="10530435" y="491559"/>
                </a:cubicBezTo>
                <a:cubicBezTo>
                  <a:pt x="10549454" y="480310"/>
                  <a:pt x="10566929" y="477588"/>
                  <a:pt x="10588187" y="472309"/>
                </a:cubicBezTo>
                <a:cubicBezTo>
                  <a:pt x="10642504" y="450647"/>
                  <a:pt x="10662346" y="440460"/>
                  <a:pt x="10713315" y="414557"/>
                </a:cubicBezTo>
                <a:cubicBezTo>
                  <a:pt x="10764060" y="348914"/>
                  <a:pt x="10750768" y="377545"/>
                  <a:pt x="10694065" y="222052"/>
                </a:cubicBezTo>
                <a:cubicBezTo>
                  <a:pt x="10686092" y="197247"/>
                  <a:pt x="10676838" y="178007"/>
                  <a:pt x="10655564" y="164300"/>
                </a:cubicBezTo>
                <a:cubicBezTo>
                  <a:pt x="10603097" y="115151"/>
                  <a:pt x="10570418" y="82684"/>
                  <a:pt x="10511185" y="87298"/>
                </a:cubicBezTo>
                <a:cubicBezTo>
                  <a:pt x="10288136" y="133778"/>
                  <a:pt x="10207987" y="17988"/>
                  <a:pt x="9929049" y="83400"/>
                </a:cubicBezTo>
                <a:cubicBezTo>
                  <a:pt x="9650111" y="148812"/>
                  <a:pt x="9545953" y="57350"/>
                  <a:pt x="9433156" y="80079"/>
                </a:cubicBezTo>
                <a:cubicBezTo>
                  <a:pt x="9320359" y="102808"/>
                  <a:pt x="9030382" y="6908"/>
                  <a:pt x="8807898" y="75892"/>
                </a:cubicBezTo>
                <a:cubicBezTo>
                  <a:pt x="8585414" y="144876"/>
                  <a:pt x="8448162" y="24246"/>
                  <a:pt x="8355126" y="72860"/>
                </a:cubicBezTo>
                <a:cubicBezTo>
                  <a:pt x="8262090" y="121474"/>
                  <a:pt x="7968454" y="3716"/>
                  <a:pt x="7729869" y="68673"/>
                </a:cubicBezTo>
                <a:cubicBezTo>
                  <a:pt x="7491284" y="133630"/>
                  <a:pt x="7422648" y="27878"/>
                  <a:pt x="7147733" y="64775"/>
                </a:cubicBezTo>
                <a:cubicBezTo>
                  <a:pt x="6872818" y="101672"/>
                  <a:pt x="6474894" y="-2789"/>
                  <a:pt x="6199067" y="58422"/>
                </a:cubicBezTo>
                <a:cubicBezTo>
                  <a:pt x="6148228" y="51455"/>
                  <a:pt x="6091144" y="43879"/>
                  <a:pt x="6035437" y="39172"/>
                </a:cubicBezTo>
                <a:cubicBezTo>
                  <a:pt x="5968276" y="45503"/>
                  <a:pt x="5848984" y="29831"/>
                  <a:pt x="5765930" y="29547"/>
                </a:cubicBezTo>
                <a:cubicBezTo>
                  <a:pt x="5705654" y="35471"/>
                  <a:pt x="5671548" y="26452"/>
                  <a:pt x="5611926" y="19921"/>
                </a:cubicBezTo>
                <a:cubicBezTo>
                  <a:pt x="5441713" y="1506"/>
                  <a:pt x="5492372" y="2373"/>
                  <a:pt x="5169164" y="671"/>
                </a:cubicBezTo>
                <a:cubicBezTo>
                  <a:pt x="5018303" y="34299"/>
                  <a:pt x="4807732" y="-11509"/>
                  <a:pt x="4626010" y="3270"/>
                </a:cubicBezTo>
                <a:cubicBezTo>
                  <a:pt x="4444288" y="18049"/>
                  <a:pt x="4281626" y="-28588"/>
                  <a:pt x="4082857" y="5869"/>
                </a:cubicBezTo>
                <a:cubicBezTo>
                  <a:pt x="3884088" y="40326"/>
                  <a:pt x="3841201" y="2179"/>
                  <a:pt x="3600054" y="8179"/>
                </a:cubicBezTo>
                <a:cubicBezTo>
                  <a:pt x="3358907" y="14179"/>
                  <a:pt x="3327546" y="-22858"/>
                  <a:pt x="3157484" y="10296"/>
                </a:cubicBezTo>
                <a:cubicBezTo>
                  <a:pt x="3119437" y="8120"/>
                  <a:pt x="3088557" y="10216"/>
                  <a:pt x="3051606" y="19921"/>
                </a:cubicBezTo>
                <a:cubicBezTo>
                  <a:pt x="3025992" y="23011"/>
                  <a:pt x="3010345" y="31795"/>
                  <a:pt x="2984229" y="29547"/>
                </a:cubicBezTo>
                <a:cubicBezTo>
                  <a:pt x="2968672" y="35898"/>
                  <a:pt x="2933286" y="31685"/>
                  <a:pt x="2907227" y="39172"/>
                </a:cubicBezTo>
                <a:cubicBezTo>
                  <a:pt x="2866420" y="47907"/>
                  <a:pt x="2831648" y="48553"/>
                  <a:pt x="2772473" y="58422"/>
                </a:cubicBezTo>
                <a:cubicBezTo>
                  <a:pt x="2763846" y="60831"/>
                  <a:pt x="2755155" y="66393"/>
                  <a:pt x="2743597" y="68048"/>
                </a:cubicBezTo>
                <a:cubicBezTo>
                  <a:pt x="2716655" y="73474"/>
                  <a:pt x="2684996" y="78602"/>
                  <a:pt x="2656970" y="87298"/>
                </a:cubicBezTo>
                <a:cubicBezTo>
                  <a:pt x="2606481" y="148210"/>
                  <a:pt x="2951898" y="96311"/>
                  <a:pt x="2656970" y="116174"/>
                </a:cubicBezTo>
                <a:close/>
              </a:path>
              <a:path w="10742784" h="703315" stroke="0" extrusionOk="0">
                <a:moveTo>
                  <a:pt x="2656970" y="116174"/>
                </a:moveTo>
                <a:cubicBezTo>
                  <a:pt x="2193190" y="181084"/>
                  <a:pt x="1389196" y="19625"/>
                  <a:pt x="693416" y="135425"/>
                </a:cubicBezTo>
                <a:cubicBezTo>
                  <a:pt x="712224" y="148618"/>
                  <a:pt x="241622" y="20142"/>
                  <a:pt x="77399" y="164300"/>
                </a:cubicBezTo>
                <a:cubicBezTo>
                  <a:pt x="63193" y="171364"/>
                  <a:pt x="51242" y="180132"/>
                  <a:pt x="38898" y="193176"/>
                </a:cubicBezTo>
                <a:cubicBezTo>
                  <a:pt x="30630" y="235328"/>
                  <a:pt x="-8068" y="268664"/>
                  <a:pt x="397" y="308679"/>
                </a:cubicBezTo>
                <a:cubicBezTo>
                  <a:pt x="737" y="403957"/>
                  <a:pt x="6384" y="473921"/>
                  <a:pt x="29273" y="587812"/>
                </a:cubicBezTo>
                <a:cubicBezTo>
                  <a:pt x="30638" y="609376"/>
                  <a:pt x="54194" y="615383"/>
                  <a:pt x="67774" y="626313"/>
                </a:cubicBezTo>
                <a:cubicBezTo>
                  <a:pt x="120604" y="653400"/>
                  <a:pt x="204083" y="677322"/>
                  <a:pt x="260279" y="684065"/>
                </a:cubicBezTo>
                <a:cubicBezTo>
                  <a:pt x="378297" y="691937"/>
                  <a:pt x="490460" y="698781"/>
                  <a:pt x="597164" y="693690"/>
                </a:cubicBezTo>
                <a:cubicBezTo>
                  <a:pt x="663043" y="698899"/>
                  <a:pt x="702367" y="699603"/>
                  <a:pt x="770418" y="703315"/>
                </a:cubicBezTo>
                <a:cubicBezTo>
                  <a:pt x="959438" y="716409"/>
                  <a:pt x="1079185" y="713449"/>
                  <a:pt x="1222806" y="693690"/>
                </a:cubicBezTo>
                <a:cubicBezTo>
                  <a:pt x="1315214" y="681446"/>
                  <a:pt x="1315702" y="658253"/>
                  <a:pt x="1405686" y="635938"/>
                </a:cubicBezTo>
                <a:cubicBezTo>
                  <a:pt x="1459572" y="624930"/>
                  <a:pt x="1505065" y="613868"/>
                  <a:pt x="1559690" y="607062"/>
                </a:cubicBezTo>
                <a:cubicBezTo>
                  <a:pt x="1688940" y="596982"/>
                  <a:pt x="1813353" y="599839"/>
                  <a:pt x="1944700" y="568561"/>
                </a:cubicBezTo>
                <a:cubicBezTo>
                  <a:pt x="2036541" y="548429"/>
                  <a:pt x="2168286" y="559843"/>
                  <a:pt x="2262334" y="520435"/>
                </a:cubicBezTo>
                <a:cubicBezTo>
                  <a:pt x="2338117" y="517646"/>
                  <a:pt x="2414367" y="516036"/>
                  <a:pt x="2512591" y="491559"/>
                </a:cubicBezTo>
                <a:cubicBezTo>
                  <a:pt x="2563943" y="479707"/>
                  <a:pt x="2619661" y="469143"/>
                  <a:pt x="2676220" y="462684"/>
                </a:cubicBezTo>
                <a:cubicBezTo>
                  <a:pt x="2725965" y="456018"/>
                  <a:pt x="2785571" y="447986"/>
                  <a:pt x="2839850" y="443433"/>
                </a:cubicBezTo>
                <a:cubicBezTo>
                  <a:pt x="2913592" y="444254"/>
                  <a:pt x="2961959" y="433074"/>
                  <a:pt x="3041980" y="414557"/>
                </a:cubicBezTo>
                <a:cubicBezTo>
                  <a:pt x="3161403" y="398270"/>
                  <a:pt x="3259236" y="376961"/>
                  <a:pt x="3378865" y="366431"/>
                </a:cubicBezTo>
                <a:cubicBezTo>
                  <a:pt x="3483351" y="339572"/>
                  <a:pt x="3542866" y="376128"/>
                  <a:pt x="3638747" y="347180"/>
                </a:cubicBezTo>
                <a:cubicBezTo>
                  <a:pt x="3733425" y="312435"/>
                  <a:pt x="3880145" y="365402"/>
                  <a:pt x="4088118" y="350196"/>
                </a:cubicBezTo>
                <a:cubicBezTo>
                  <a:pt x="4296091" y="334991"/>
                  <a:pt x="4426307" y="393802"/>
                  <a:pt x="4551831" y="353309"/>
                </a:cubicBezTo>
                <a:cubicBezTo>
                  <a:pt x="4677355" y="312815"/>
                  <a:pt x="4900654" y="396585"/>
                  <a:pt x="5072911" y="356806"/>
                </a:cubicBezTo>
                <a:cubicBezTo>
                  <a:pt x="5150910" y="353022"/>
                  <a:pt x="5234169" y="396886"/>
                  <a:pt x="5303917" y="395307"/>
                </a:cubicBezTo>
                <a:cubicBezTo>
                  <a:pt x="5373724" y="415583"/>
                  <a:pt x="5470608" y="410929"/>
                  <a:pt x="5544549" y="404932"/>
                </a:cubicBezTo>
                <a:cubicBezTo>
                  <a:pt x="6161278" y="434348"/>
                  <a:pt x="6021107" y="415400"/>
                  <a:pt x="6555201" y="433808"/>
                </a:cubicBezTo>
                <a:cubicBezTo>
                  <a:pt x="6747775" y="399835"/>
                  <a:pt x="6805474" y="448558"/>
                  <a:pt x="6940212" y="453058"/>
                </a:cubicBezTo>
                <a:cubicBezTo>
                  <a:pt x="7540926" y="527010"/>
                  <a:pt x="7876087" y="467324"/>
                  <a:pt x="8470629" y="481934"/>
                </a:cubicBezTo>
                <a:cubicBezTo>
                  <a:pt x="8565941" y="483474"/>
                  <a:pt x="8662820" y="513472"/>
                  <a:pt x="8730511" y="491559"/>
                </a:cubicBezTo>
                <a:cubicBezTo>
                  <a:pt x="8866287" y="504651"/>
                  <a:pt x="8997457" y="525863"/>
                  <a:pt x="9144397" y="510810"/>
                </a:cubicBezTo>
                <a:cubicBezTo>
                  <a:pt x="9656606" y="463796"/>
                  <a:pt x="10046069" y="531195"/>
                  <a:pt x="10530435" y="491559"/>
                </a:cubicBezTo>
                <a:cubicBezTo>
                  <a:pt x="10550435" y="485774"/>
                  <a:pt x="10568717" y="474222"/>
                  <a:pt x="10588187" y="472309"/>
                </a:cubicBezTo>
                <a:cubicBezTo>
                  <a:pt x="10642387" y="450875"/>
                  <a:pt x="10665781" y="439782"/>
                  <a:pt x="10713315" y="414557"/>
                </a:cubicBezTo>
                <a:cubicBezTo>
                  <a:pt x="10760598" y="343788"/>
                  <a:pt x="10744692" y="382522"/>
                  <a:pt x="10694065" y="222052"/>
                </a:cubicBezTo>
                <a:cubicBezTo>
                  <a:pt x="10690905" y="199867"/>
                  <a:pt x="10667012" y="176570"/>
                  <a:pt x="10655564" y="164300"/>
                </a:cubicBezTo>
                <a:cubicBezTo>
                  <a:pt x="10599580" y="110019"/>
                  <a:pt x="10575877" y="80932"/>
                  <a:pt x="10511185" y="87298"/>
                </a:cubicBezTo>
                <a:cubicBezTo>
                  <a:pt x="10363143" y="133459"/>
                  <a:pt x="10146143" y="74638"/>
                  <a:pt x="9972170" y="83689"/>
                </a:cubicBezTo>
                <a:cubicBezTo>
                  <a:pt x="9798197" y="92739"/>
                  <a:pt x="9571538" y="67001"/>
                  <a:pt x="9390034" y="79790"/>
                </a:cubicBezTo>
                <a:cubicBezTo>
                  <a:pt x="9208531" y="92579"/>
                  <a:pt x="9060290" y="51608"/>
                  <a:pt x="8851020" y="76181"/>
                </a:cubicBezTo>
                <a:cubicBezTo>
                  <a:pt x="8641750" y="100754"/>
                  <a:pt x="8508814" y="30159"/>
                  <a:pt x="8268884" y="72282"/>
                </a:cubicBezTo>
                <a:cubicBezTo>
                  <a:pt x="8028954" y="114405"/>
                  <a:pt x="7851710" y="30559"/>
                  <a:pt x="7643627" y="68095"/>
                </a:cubicBezTo>
                <a:cubicBezTo>
                  <a:pt x="7435544" y="105631"/>
                  <a:pt x="7217076" y="49305"/>
                  <a:pt x="7104612" y="64486"/>
                </a:cubicBezTo>
                <a:cubicBezTo>
                  <a:pt x="6992148" y="79667"/>
                  <a:pt x="6517176" y="-20106"/>
                  <a:pt x="6199067" y="58422"/>
                </a:cubicBezTo>
                <a:cubicBezTo>
                  <a:pt x="6145845" y="52728"/>
                  <a:pt x="6093053" y="45397"/>
                  <a:pt x="6035437" y="39172"/>
                </a:cubicBezTo>
                <a:cubicBezTo>
                  <a:pt x="5948957" y="55404"/>
                  <a:pt x="5832732" y="23573"/>
                  <a:pt x="5765930" y="29547"/>
                </a:cubicBezTo>
                <a:cubicBezTo>
                  <a:pt x="5717792" y="16186"/>
                  <a:pt x="5659405" y="27704"/>
                  <a:pt x="5611926" y="19921"/>
                </a:cubicBezTo>
                <a:cubicBezTo>
                  <a:pt x="5440222" y="-8573"/>
                  <a:pt x="5494495" y="2408"/>
                  <a:pt x="5169164" y="671"/>
                </a:cubicBezTo>
                <a:cubicBezTo>
                  <a:pt x="5062210" y="24135"/>
                  <a:pt x="4844400" y="1359"/>
                  <a:pt x="4666244" y="3077"/>
                </a:cubicBezTo>
                <a:cubicBezTo>
                  <a:pt x="4488088" y="4795"/>
                  <a:pt x="4405847" y="-25845"/>
                  <a:pt x="4203558" y="5291"/>
                </a:cubicBezTo>
                <a:cubicBezTo>
                  <a:pt x="4001269" y="36427"/>
                  <a:pt x="3961973" y="-27105"/>
                  <a:pt x="3760988" y="7409"/>
                </a:cubicBezTo>
                <a:cubicBezTo>
                  <a:pt x="3560003" y="41923"/>
                  <a:pt x="3328564" y="-54949"/>
                  <a:pt x="3157484" y="10296"/>
                </a:cubicBezTo>
                <a:cubicBezTo>
                  <a:pt x="3115308" y="14497"/>
                  <a:pt x="3082103" y="15223"/>
                  <a:pt x="3051606" y="19921"/>
                </a:cubicBezTo>
                <a:cubicBezTo>
                  <a:pt x="3028659" y="23437"/>
                  <a:pt x="3005650" y="26206"/>
                  <a:pt x="2984229" y="29547"/>
                </a:cubicBezTo>
                <a:cubicBezTo>
                  <a:pt x="2949934" y="36764"/>
                  <a:pt x="2935820" y="28970"/>
                  <a:pt x="2907227" y="39172"/>
                </a:cubicBezTo>
                <a:cubicBezTo>
                  <a:pt x="2877492" y="47725"/>
                  <a:pt x="2810526" y="44412"/>
                  <a:pt x="2772473" y="58422"/>
                </a:cubicBezTo>
                <a:cubicBezTo>
                  <a:pt x="2763521" y="61150"/>
                  <a:pt x="2752730" y="65257"/>
                  <a:pt x="2743597" y="68048"/>
                </a:cubicBezTo>
                <a:cubicBezTo>
                  <a:pt x="2707880" y="74592"/>
                  <a:pt x="2690428" y="81024"/>
                  <a:pt x="2656970" y="87298"/>
                </a:cubicBezTo>
                <a:cubicBezTo>
                  <a:pt x="2647667" y="65010"/>
                  <a:pt x="3027312" y="194384"/>
                  <a:pt x="2656970" y="11617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852875465">
                  <a:custGeom>
                    <a:avLst/>
                    <a:gdLst>
                      <a:gd name="connsiteX0" fmla="*/ 2656970 w 10742784"/>
                      <a:gd name="connsiteY0" fmla="*/ 116174 h 703315"/>
                      <a:gd name="connsiteX1" fmla="*/ 693416 w 10742784"/>
                      <a:gd name="connsiteY1" fmla="*/ 135425 h 703315"/>
                      <a:gd name="connsiteX2" fmla="*/ 77399 w 10742784"/>
                      <a:gd name="connsiteY2" fmla="*/ 164300 h 703315"/>
                      <a:gd name="connsiteX3" fmla="*/ 38898 w 10742784"/>
                      <a:gd name="connsiteY3" fmla="*/ 193176 h 703315"/>
                      <a:gd name="connsiteX4" fmla="*/ 397 w 10742784"/>
                      <a:gd name="connsiteY4" fmla="*/ 308679 h 703315"/>
                      <a:gd name="connsiteX5" fmla="*/ 29273 w 10742784"/>
                      <a:gd name="connsiteY5" fmla="*/ 587812 h 703315"/>
                      <a:gd name="connsiteX6" fmla="*/ 67774 w 10742784"/>
                      <a:gd name="connsiteY6" fmla="*/ 626313 h 703315"/>
                      <a:gd name="connsiteX7" fmla="*/ 260279 w 10742784"/>
                      <a:gd name="connsiteY7" fmla="*/ 684065 h 703315"/>
                      <a:gd name="connsiteX8" fmla="*/ 597164 w 10742784"/>
                      <a:gd name="connsiteY8" fmla="*/ 693690 h 703315"/>
                      <a:gd name="connsiteX9" fmla="*/ 770418 w 10742784"/>
                      <a:gd name="connsiteY9" fmla="*/ 703315 h 703315"/>
                      <a:gd name="connsiteX10" fmla="*/ 1222806 w 10742784"/>
                      <a:gd name="connsiteY10" fmla="*/ 693690 h 703315"/>
                      <a:gd name="connsiteX11" fmla="*/ 1405686 w 10742784"/>
                      <a:gd name="connsiteY11" fmla="*/ 635938 h 703315"/>
                      <a:gd name="connsiteX12" fmla="*/ 1559690 w 10742784"/>
                      <a:gd name="connsiteY12" fmla="*/ 607062 h 703315"/>
                      <a:gd name="connsiteX13" fmla="*/ 1944700 w 10742784"/>
                      <a:gd name="connsiteY13" fmla="*/ 568561 h 703315"/>
                      <a:gd name="connsiteX14" fmla="*/ 2262334 w 10742784"/>
                      <a:gd name="connsiteY14" fmla="*/ 520435 h 703315"/>
                      <a:gd name="connsiteX15" fmla="*/ 2512591 w 10742784"/>
                      <a:gd name="connsiteY15" fmla="*/ 491559 h 703315"/>
                      <a:gd name="connsiteX16" fmla="*/ 2676220 w 10742784"/>
                      <a:gd name="connsiteY16" fmla="*/ 462684 h 703315"/>
                      <a:gd name="connsiteX17" fmla="*/ 2839850 w 10742784"/>
                      <a:gd name="connsiteY17" fmla="*/ 443433 h 703315"/>
                      <a:gd name="connsiteX18" fmla="*/ 3041980 w 10742784"/>
                      <a:gd name="connsiteY18" fmla="*/ 414557 h 703315"/>
                      <a:gd name="connsiteX19" fmla="*/ 3378865 w 10742784"/>
                      <a:gd name="connsiteY19" fmla="*/ 366431 h 703315"/>
                      <a:gd name="connsiteX20" fmla="*/ 3638747 w 10742784"/>
                      <a:gd name="connsiteY20" fmla="*/ 347180 h 703315"/>
                      <a:gd name="connsiteX21" fmla="*/ 5072911 w 10742784"/>
                      <a:gd name="connsiteY21" fmla="*/ 356806 h 703315"/>
                      <a:gd name="connsiteX22" fmla="*/ 5303917 w 10742784"/>
                      <a:gd name="connsiteY22" fmla="*/ 395307 h 703315"/>
                      <a:gd name="connsiteX23" fmla="*/ 5544549 w 10742784"/>
                      <a:gd name="connsiteY23" fmla="*/ 404932 h 703315"/>
                      <a:gd name="connsiteX24" fmla="*/ 6555201 w 10742784"/>
                      <a:gd name="connsiteY24" fmla="*/ 433808 h 703315"/>
                      <a:gd name="connsiteX25" fmla="*/ 6940212 w 10742784"/>
                      <a:gd name="connsiteY25" fmla="*/ 453058 h 703315"/>
                      <a:gd name="connsiteX26" fmla="*/ 8470629 w 10742784"/>
                      <a:gd name="connsiteY26" fmla="*/ 481934 h 703315"/>
                      <a:gd name="connsiteX27" fmla="*/ 8730511 w 10742784"/>
                      <a:gd name="connsiteY27" fmla="*/ 491559 h 703315"/>
                      <a:gd name="connsiteX28" fmla="*/ 9144397 w 10742784"/>
                      <a:gd name="connsiteY28" fmla="*/ 510810 h 703315"/>
                      <a:gd name="connsiteX29" fmla="*/ 10530435 w 10742784"/>
                      <a:gd name="connsiteY29" fmla="*/ 491559 h 703315"/>
                      <a:gd name="connsiteX30" fmla="*/ 10588187 w 10742784"/>
                      <a:gd name="connsiteY30" fmla="*/ 472309 h 703315"/>
                      <a:gd name="connsiteX31" fmla="*/ 10713315 w 10742784"/>
                      <a:gd name="connsiteY31" fmla="*/ 414557 h 703315"/>
                      <a:gd name="connsiteX32" fmla="*/ 10694065 w 10742784"/>
                      <a:gd name="connsiteY32" fmla="*/ 222052 h 703315"/>
                      <a:gd name="connsiteX33" fmla="*/ 10655564 w 10742784"/>
                      <a:gd name="connsiteY33" fmla="*/ 164300 h 703315"/>
                      <a:gd name="connsiteX34" fmla="*/ 10511185 w 10742784"/>
                      <a:gd name="connsiteY34" fmla="*/ 87298 h 703315"/>
                      <a:gd name="connsiteX35" fmla="*/ 6199067 w 10742784"/>
                      <a:gd name="connsiteY35" fmla="*/ 58422 h 703315"/>
                      <a:gd name="connsiteX36" fmla="*/ 6035437 w 10742784"/>
                      <a:gd name="connsiteY36" fmla="*/ 39172 h 703315"/>
                      <a:gd name="connsiteX37" fmla="*/ 5765930 w 10742784"/>
                      <a:gd name="connsiteY37" fmla="*/ 29547 h 703315"/>
                      <a:gd name="connsiteX38" fmla="*/ 5611926 w 10742784"/>
                      <a:gd name="connsiteY38" fmla="*/ 19921 h 703315"/>
                      <a:gd name="connsiteX39" fmla="*/ 5169164 w 10742784"/>
                      <a:gd name="connsiteY39" fmla="*/ 671 h 703315"/>
                      <a:gd name="connsiteX40" fmla="*/ 3157484 w 10742784"/>
                      <a:gd name="connsiteY40" fmla="*/ 10296 h 703315"/>
                      <a:gd name="connsiteX41" fmla="*/ 3051606 w 10742784"/>
                      <a:gd name="connsiteY41" fmla="*/ 19921 h 703315"/>
                      <a:gd name="connsiteX42" fmla="*/ 2984229 w 10742784"/>
                      <a:gd name="connsiteY42" fmla="*/ 29547 h 703315"/>
                      <a:gd name="connsiteX43" fmla="*/ 2907227 w 10742784"/>
                      <a:gd name="connsiteY43" fmla="*/ 39172 h 703315"/>
                      <a:gd name="connsiteX44" fmla="*/ 2772473 w 10742784"/>
                      <a:gd name="connsiteY44" fmla="*/ 58422 h 703315"/>
                      <a:gd name="connsiteX45" fmla="*/ 2743597 w 10742784"/>
                      <a:gd name="connsiteY45" fmla="*/ 68048 h 703315"/>
                      <a:gd name="connsiteX46" fmla="*/ 2656970 w 10742784"/>
                      <a:gd name="connsiteY46" fmla="*/ 87298 h 703315"/>
                      <a:gd name="connsiteX47" fmla="*/ 2656970 w 10742784"/>
                      <a:gd name="connsiteY47" fmla="*/ 116174 h 7033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</a:cxnLst>
                    <a:rect l="l" t="t" r="r" b="b"/>
                    <a:pathLst>
                      <a:path w="10742784" h="703315">
                        <a:moveTo>
                          <a:pt x="2656970" y="116174"/>
                        </a:moveTo>
                        <a:cubicBezTo>
                          <a:pt x="2329711" y="124195"/>
                          <a:pt x="1347923" y="127987"/>
                          <a:pt x="693416" y="135425"/>
                        </a:cubicBezTo>
                        <a:cubicBezTo>
                          <a:pt x="682658" y="135547"/>
                          <a:pt x="244800" y="59675"/>
                          <a:pt x="77399" y="164300"/>
                        </a:cubicBezTo>
                        <a:cubicBezTo>
                          <a:pt x="63795" y="172802"/>
                          <a:pt x="51732" y="183551"/>
                          <a:pt x="38898" y="193176"/>
                        </a:cubicBezTo>
                        <a:cubicBezTo>
                          <a:pt x="26064" y="231677"/>
                          <a:pt x="-3779" y="268311"/>
                          <a:pt x="397" y="308679"/>
                        </a:cubicBezTo>
                        <a:cubicBezTo>
                          <a:pt x="10022" y="401723"/>
                          <a:pt x="9863" y="496307"/>
                          <a:pt x="29273" y="587812"/>
                        </a:cubicBezTo>
                        <a:cubicBezTo>
                          <a:pt x="33039" y="605567"/>
                          <a:pt x="52905" y="615905"/>
                          <a:pt x="67774" y="626313"/>
                        </a:cubicBezTo>
                        <a:cubicBezTo>
                          <a:pt x="118986" y="662162"/>
                          <a:pt x="206134" y="679645"/>
                          <a:pt x="260279" y="684065"/>
                        </a:cubicBezTo>
                        <a:cubicBezTo>
                          <a:pt x="372247" y="693205"/>
                          <a:pt x="484903" y="689454"/>
                          <a:pt x="597164" y="693690"/>
                        </a:cubicBezTo>
                        <a:cubicBezTo>
                          <a:pt x="654963" y="695871"/>
                          <a:pt x="712667" y="700107"/>
                          <a:pt x="770418" y="703315"/>
                        </a:cubicBezTo>
                        <a:cubicBezTo>
                          <a:pt x="921214" y="700107"/>
                          <a:pt x="1072192" y="701759"/>
                          <a:pt x="1222806" y="693690"/>
                        </a:cubicBezTo>
                        <a:cubicBezTo>
                          <a:pt x="1313253" y="688845"/>
                          <a:pt x="1316913" y="659839"/>
                          <a:pt x="1405686" y="635938"/>
                        </a:cubicBezTo>
                        <a:cubicBezTo>
                          <a:pt x="1456119" y="622360"/>
                          <a:pt x="1507864" y="613540"/>
                          <a:pt x="1559690" y="607062"/>
                        </a:cubicBezTo>
                        <a:cubicBezTo>
                          <a:pt x="1687671" y="591064"/>
                          <a:pt x="1816692" y="584343"/>
                          <a:pt x="1944700" y="568561"/>
                        </a:cubicBezTo>
                        <a:cubicBezTo>
                          <a:pt x="2050982" y="555458"/>
                          <a:pt x="2155953" y="532710"/>
                          <a:pt x="2262334" y="520435"/>
                        </a:cubicBezTo>
                        <a:cubicBezTo>
                          <a:pt x="2345753" y="510810"/>
                          <a:pt x="2429424" y="503164"/>
                          <a:pt x="2512591" y="491559"/>
                        </a:cubicBezTo>
                        <a:cubicBezTo>
                          <a:pt x="2567445" y="483905"/>
                          <a:pt x="2621424" y="470742"/>
                          <a:pt x="2676220" y="462684"/>
                        </a:cubicBezTo>
                        <a:cubicBezTo>
                          <a:pt x="2730555" y="454694"/>
                          <a:pt x="2785400" y="450598"/>
                          <a:pt x="2839850" y="443433"/>
                        </a:cubicBezTo>
                        <a:cubicBezTo>
                          <a:pt x="2907329" y="434554"/>
                          <a:pt x="2974672" y="424653"/>
                          <a:pt x="3041980" y="414557"/>
                        </a:cubicBezTo>
                        <a:cubicBezTo>
                          <a:pt x="3164296" y="396209"/>
                          <a:pt x="3257228" y="377746"/>
                          <a:pt x="3378865" y="366431"/>
                        </a:cubicBezTo>
                        <a:cubicBezTo>
                          <a:pt x="3465356" y="358385"/>
                          <a:pt x="3552120" y="353597"/>
                          <a:pt x="3638747" y="347180"/>
                        </a:cubicBezTo>
                        <a:lnTo>
                          <a:pt x="5072911" y="356806"/>
                        </a:lnTo>
                        <a:cubicBezTo>
                          <a:pt x="5150943" y="359061"/>
                          <a:pt x="5226256" y="387382"/>
                          <a:pt x="5303917" y="395307"/>
                        </a:cubicBezTo>
                        <a:cubicBezTo>
                          <a:pt x="5383777" y="403456"/>
                          <a:pt x="5464329" y="401961"/>
                          <a:pt x="5544549" y="404932"/>
                        </a:cubicBezTo>
                        <a:cubicBezTo>
                          <a:pt x="6185326" y="428664"/>
                          <a:pt x="5952254" y="421502"/>
                          <a:pt x="6555201" y="433808"/>
                        </a:cubicBezTo>
                        <a:lnTo>
                          <a:pt x="6940212" y="453058"/>
                        </a:lnTo>
                        <a:cubicBezTo>
                          <a:pt x="7537065" y="472627"/>
                          <a:pt x="7878871" y="474249"/>
                          <a:pt x="8470629" y="481934"/>
                        </a:cubicBezTo>
                        <a:lnTo>
                          <a:pt x="8730511" y="491559"/>
                        </a:lnTo>
                        <a:cubicBezTo>
                          <a:pt x="8868495" y="497473"/>
                          <a:pt x="9006286" y="510810"/>
                          <a:pt x="9144397" y="510810"/>
                        </a:cubicBezTo>
                        <a:cubicBezTo>
                          <a:pt x="9606454" y="510810"/>
                          <a:pt x="10068422" y="497976"/>
                          <a:pt x="10530435" y="491559"/>
                        </a:cubicBezTo>
                        <a:cubicBezTo>
                          <a:pt x="10549686" y="485142"/>
                          <a:pt x="10569248" y="479593"/>
                          <a:pt x="10588187" y="472309"/>
                        </a:cubicBezTo>
                        <a:cubicBezTo>
                          <a:pt x="10642142" y="451557"/>
                          <a:pt x="10662956" y="439737"/>
                          <a:pt x="10713315" y="414557"/>
                        </a:cubicBezTo>
                        <a:cubicBezTo>
                          <a:pt x="10760978" y="343064"/>
                          <a:pt x="10748149" y="377543"/>
                          <a:pt x="10694065" y="222052"/>
                        </a:cubicBezTo>
                        <a:cubicBezTo>
                          <a:pt x="10686464" y="200200"/>
                          <a:pt x="10671924" y="180660"/>
                          <a:pt x="10655564" y="164300"/>
                        </a:cubicBezTo>
                        <a:cubicBezTo>
                          <a:pt x="10604147" y="112883"/>
                          <a:pt x="10578017" y="88032"/>
                          <a:pt x="10511185" y="87298"/>
                        </a:cubicBezTo>
                        <a:lnTo>
                          <a:pt x="6199067" y="58422"/>
                        </a:lnTo>
                        <a:cubicBezTo>
                          <a:pt x="6144524" y="52005"/>
                          <a:pt x="6090235" y="42825"/>
                          <a:pt x="6035437" y="39172"/>
                        </a:cubicBezTo>
                        <a:cubicBezTo>
                          <a:pt x="5945743" y="33193"/>
                          <a:pt x="5855730" y="33629"/>
                          <a:pt x="5765930" y="29547"/>
                        </a:cubicBezTo>
                        <a:cubicBezTo>
                          <a:pt x="5714548" y="27211"/>
                          <a:pt x="5663261" y="23130"/>
                          <a:pt x="5611926" y="19921"/>
                        </a:cubicBezTo>
                        <a:cubicBezTo>
                          <a:pt x="5433587" y="-5555"/>
                          <a:pt x="5495781" y="671"/>
                          <a:pt x="5169164" y="671"/>
                        </a:cubicBezTo>
                        <a:lnTo>
                          <a:pt x="3157484" y="10296"/>
                        </a:lnTo>
                        <a:cubicBezTo>
                          <a:pt x="3122191" y="13504"/>
                          <a:pt x="3086827" y="16007"/>
                          <a:pt x="3051606" y="19921"/>
                        </a:cubicBezTo>
                        <a:cubicBezTo>
                          <a:pt x="3029058" y="22426"/>
                          <a:pt x="3006717" y="26549"/>
                          <a:pt x="2984229" y="29547"/>
                        </a:cubicBezTo>
                        <a:lnTo>
                          <a:pt x="2907227" y="39172"/>
                        </a:lnTo>
                        <a:lnTo>
                          <a:pt x="2772473" y="58422"/>
                        </a:lnTo>
                        <a:cubicBezTo>
                          <a:pt x="2762848" y="61631"/>
                          <a:pt x="2753440" y="65587"/>
                          <a:pt x="2743597" y="68048"/>
                        </a:cubicBezTo>
                        <a:cubicBezTo>
                          <a:pt x="2714900" y="75222"/>
                          <a:pt x="2685032" y="77944"/>
                          <a:pt x="2656970" y="87298"/>
                        </a:cubicBezTo>
                        <a:cubicBezTo>
                          <a:pt x="2638757" y="93369"/>
                          <a:pt x="2984229" y="108153"/>
                          <a:pt x="2656970" y="116174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F93D6B0-562A-1494-E488-F1BABD9CD152}"/>
              </a:ext>
            </a:extLst>
          </p:cNvPr>
          <p:cNvSpPr txBox="1"/>
          <p:nvPr/>
        </p:nvSpPr>
        <p:spPr>
          <a:xfrm>
            <a:off x="4146710" y="3469520"/>
            <a:ext cx="4174541" cy="369332"/>
          </a:xfrm>
          <a:custGeom>
            <a:avLst/>
            <a:gdLst>
              <a:gd name="connsiteX0" fmla="*/ 0 w 4174541"/>
              <a:gd name="connsiteY0" fmla="*/ 0 h 369332"/>
              <a:gd name="connsiteX1" fmla="*/ 638108 w 4174541"/>
              <a:gd name="connsiteY1" fmla="*/ 0 h 369332"/>
              <a:gd name="connsiteX2" fmla="*/ 1276217 w 4174541"/>
              <a:gd name="connsiteY2" fmla="*/ 0 h 369332"/>
              <a:gd name="connsiteX3" fmla="*/ 1747344 w 4174541"/>
              <a:gd name="connsiteY3" fmla="*/ 0 h 369332"/>
              <a:gd name="connsiteX4" fmla="*/ 2260216 w 4174541"/>
              <a:gd name="connsiteY4" fmla="*/ 0 h 369332"/>
              <a:gd name="connsiteX5" fmla="*/ 2940070 w 4174541"/>
              <a:gd name="connsiteY5" fmla="*/ 0 h 369332"/>
              <a:gd name="connsiteX6" fmla="*/ 3536433 w 4174541"/>
              <a:gd name="connsiteY6" fmla="*/ 0 h 369332"/>
              <a:gd name="connsiteX7" fmla="*/ 4174541 w 4174541"/>
              <a:gd name="connsiteY7" fmla="*/ 0 h 369332"/>
              <a:gd name="connsiteX8" fmla="*/ 4174541 w 4174541"/>
              <a:gd name="connsiteY8" fmla="*/ 369332 h 369332"/>
              <a:gd name="connsiteX9" fmla="*/ 3494687 w 4174541"/>
              <a:gd name="connsiteY9" fmla="*/ 369332 h 369332"/>
              <a:gd name="connsiteX10" fmla="*/ 2856579 w 4174541"/>
              <a:gd name="connsiteY10" fmla="*/ 369332 h 369332"/>
              <a:gd name="connsiteX11" fmla="*/ 2176725 w 4174541"/>
              <a:gd name="connsiteY11" fmla="*/ 369332 h 369332"/>
              <a:gd name="connsiteX12" fmla="*/ 1663853 w 4174541"/>
              <a:gd name="connsiteY12" fmla="*/ 369332 h 369332"/>
              <a:gd name="connsiteX13" fmla="*/ 1109235 w 4174541"/>
              <a:gd name="connsiteY13" fmla="*/ 369332 h 369332"/>
              <a:gd name="connsiteX14" fmla="*/ 0 w 4174541"/>
              <a:gd name="connsiteY14" fmla="*/ 369332 h 369332"/>
              <a:gd name="connsiteX15" fmla="*/ 0 w 4174541"/>
              <a:gd name="connsiteY15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174541" h="369332" fill="none" extrusionOk="0">
                <a:moveTo>
                  <a:pt x="0" y="0"/>
                </a:moveTo>
                <a:cubicBezTo>
                  <a:pt x="298615" y="-30205"/>
                  <a:pt x="325344" y="65564"/>
                  <a:pt x="638108" y="0"/>
                </a:cubicBezTo>
                <a:cubicBezTo>
                  <a:pt x="950872" y="-65564"/>
                  <a:pt x="1075499" y="55943"/>
                  <a:pt x="1276217" y="0"/>
                </a:cubicBezTo>
                <a:cubicBezTo>
                  <a:pt x="1476935" y="-55943"/>
                  <a:pt x="1617644" y="48438"/>
                  <a:pt x="1747344" y="0"/>
                </a:cubicBezTo>
                <a:cubicBezTo>
                  <a:pt x="1877044" y="-48438"/>
                  <a:pt x="2010516" y="40802"/>
                  <a:pt x="2260216" y="0"/>
                </a:cubicBezTo>
                <a:cubicBezTo>
                  <a:pt x="2509916" y="-40802"/>
                  <a:pt x="2755345" y="68851"/>
                  <a:pt x="2940070" y="0"/>
                </a:cubicBezTo>
                <a:cubicBezTo>
                  <a:pt x="3124795" y="-68851"/>
                  <a:pt x="3378029" y="5406"/>
                  <a:pt x="3536433" y="0"/>
                </a:cubicBezTo>
                <a:cubicBezTo>
                  <a:pt x="3694837" y="-5406"/>
                  <a:pt x="3970153" y="16948"/>
                  <a:pt x="4174541" y="0"/>
                </a:cubicBezTo>
                <a:cubicBezTo>
                  <a:pt x="4194167" y="152996"/>
                  <a:pt x="4165406" y="248046"/>
                  <a:pt x="4174541" y="369332"/>
                </a:cubicBezTo>
                <a:cubicBezTo>
                  <a:pt x="3978897" y="440373"/>
                  <a:pt x="3786340" y="290615"/>
                  <a:pt x="3494687" y="369332"/>
                </a:cubicBezTo>
                <a:cubicBezTo>
                  <a:pt x="3203034" y="448049"/>
                  <a:pt x="3117122" y="334451"/>
                  <a:pt x="2856579" y="369332"/>
                </a:cubicBezTo>
                <a:cubicBezTo>
                  <a:pt x="2596036" y="404213"/>
                  <a:pt x="2384244" y="304543"/>
                  <a:pt x="2176725" y="369332"/>
                </a:cubicBezTo>
                <a:cubicBezTo>
                  <a:pt x="1969206" y="434121"/>
                  <a:pt x="1848416" y="349834"/>
                  <a:pt x="1663853" y="369332"/>
                </a:cubicBezTo>
                <a:cubicBezTo>
                  <a:pt x="1479290" y="388830"/>
                  <a:pt x="1356174" y="331645"/>
                  <a:pt x="1109235" y="369332"/>
                </a:cubicBezTo>
                <a:cubicBezTo>
                  <a:pt x="862296" y="407019"/>
                  <a:pt x="348308" y="353816"/>
                  <a:pt x="0" y="369332"/>
                </a:cubicBezTo>
                <a:cubicBezTo>
                  <a:pt x="-22514" y="260273"/>
                  <a:pt x="40590" y="182897"/>
                  <a:pt x="0" y="0"/>
                </a:cubicBezTo>
                <a:close/>
              </a:path>
              <a:path w="4174541" h="369332" stroke="0" extrusionOk="0">
                <a:moveTo>
                  <a:pt x="0" y="0"/>
                </a:moveTo>
                <a:cubicBezTo>
                  <a:pt x="218061" y="-32187"/>
                  <a:pt x="460875" y="18956"/>
                  <a:pt x="679854" y="0"/>
                </a:cubicBezTo>
                <a:cubicBezTo>
                  <a:pt x="898833" y="-18956"/>
                  <a:pt x="1080829" y="20606"/>
                  <a:pt x="1234471" y="0"/>
                </a:cubicBezTo>
                <a:cubicBezTo>
                  <a:pt x="1388113" y="-20606"/>
                  <a:pt x="1487487" y="25871"/>
                  <a:pt x="1705598" y="0"/>
                </a:cubicBezTo>
                <a:cubicBezTo>
                  <a:pt x="1923709" y="-25871"/>
                  <a:pt x="2177695" y="59706"/>
                  <a:pt x="2301961" y="0"/>
                </a:cubicBezTo>
                <a:cubicBezTo>
                  <a:pt x="2426227" y="-59706"/>
                  <a:pt x="2625053" y="30034"/>
                  <a:pt x="2898324" y="0"/>
                </a:cubicBezTo>
                <a:cubicBezTo>
                  <a:pt x="3171595" y="-30034"/>
                  <a:pt x="3221076" y="8084"/>
                  <a:pt x="3452942" y="0"/>
                </a:cubicBezTo>
                <a:cubicBezTo>
                  <a:pt x="3684808" y="-8084"/>
                  <a:pt x="3964020" y="68167"/>
                  <a:pt x="4174541" y="0"/>
                </a:cubicBezTo>
                <a:cubicBezTo>
                  <a:pt x="4212059" y="174935"/>
                  <a:pt x="4143474" y="194522"/>
                  <a:pt x="4174541" y="369332"/>
                </a:cubicBezTo>
                <a:cubicBezTo>
                  <a:pt x="4027678" y="398816"/>
                  <a:pt x="3809962" y="326780"/>
                  <a:pt x="3703414" y="369332"/>
                </a:cubicBezTo>
                <a:cubicBezTo>
                  <a:pt x="3596866" y="411884"/>
                  <a:pt x="3319274" y="340295"/>
                  <a:pt x="3107051" y="369332"/>
                </a:cubicBezTo>
                <a:cubicBezTo>
                  <a:pt x="2894828" y="398369"/>
                  <a:pt x="2662199" y="342448"/>
                  <a:pt x="2468943" y="369332"/>
                </a:cubicBezTo>
                <a:cubicBezTo>
                  <a:pt x="2275687" y="396216"/>
                  <a:pt x="2065694" y="292534"/>
                  <a:pt x="1789089" y="369332"/>
                </a:cubicBezTo>
                <a:cubicBezTo>
                  <a:pt x="1512484" y="446130"/>
                  <a:pt x="1284217" y="295332"/>
                  <a:pt x="1150981" y="369332"/>
                </a:cubicBezTo>
                <a:cubicBezTo>
                  <a:pt x="1017745" y="443332"/>
                  <a:pt x="774528" y="311806"/>
                  <a:pt x="596363" y="369332"/>
                </a:cubicBezTo>
                <a:cubicBezTo>
                  <a:pt x="418198" y="426858"/>
                  <a:pt x="182083" y="361646"/>
                  <a:pt x="0" y="369332"/>
                </a:cubicBezTo>
                <a:cubicBezTo>
                  <a:pt x="-31674" y="276026"/>
                  <a:pt x="22999" y="134030"/>
                  <a:pt x="0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8957492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fr-FR" dirty="0" err="1"/>
              <a:t>Implementation</a:t>
            </a:r>
            <a:r>
              <a:rPr lang="fr-FR" dirty="0"/>
              <a:t> </a:t>
            </a:r>
            <a:r>
              <a:rPr lang="fr-FR" dirty="0" err="1"/>
              <a:t>policy</a:t>
            </a:r>
            <a:r>
              <a:rPr lang="fr-FR" dirty="0"/>
              <a:t> in OPS WG Charters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1033E012-907F-7239-0827-0531CFE2155E}"/>
              </a:ext>
            </a:extLst>
          </p:cNvPr>
          <p:cNvGrpSpPr/>
          <p:nvPr/>
        </p:nvGrpSpPr>
        <p:grpSpPr>
          <a:xfrm>
            <a:off x="1183865" y="2695074"/>
            <a:ext cx="10554303" cy="413886"/>
            <a:chOff x="1183865" y="2695074"/>
            <a:chExt cx="10554303" cy="413886"/>
          </a:xfrm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90144FDB-5291-5CCE-1743-3220773141B0}"/>
                </a:ext>
              </a:extLst>
            </p:cNvPr>
            <p:cNvSpPr/>
            <p:nvPr/>
          </p:nvSpPr>
          <p:spPr>
            <a:xfrm>
              <a:off x="1183865" y="2695074"/>
              <a:ext cx="9269171" cy="413886"/>
            </a:xfrm>
            <a:custGeom>
              <a:avLst/>
              <a:gdLst>
                <a:gd name="connsiteX0" fmla="*/ 365802 w 9269171"/>
                <a:gd name="connsiteY0" fmla="*/ 57751 h 413886"/>
                <a:gd name="connsiteX1" fmla="*/ 28918 w 9269171"/>
                <a:gd name="connsiteY1" fmla="*/ 86627 h 413886"/>
                <a:gd name="connsiteX2" fmla="*/ 42 w 9269171"/>
                <a:gd name="connsiteY2" fmla="*/ 105878 h 413886"/>
                <a:gd name="connsiteX3" fmla="*/ 48169 w 9269171"/>
                <a:gd name="connsiteY3" fmla="*/ 298383 h 413886"/>
                <a:gd name="connsiteX4" fmla="*/ 105920 w 9269171"/>
                <a:gd name="connsiteY4" fmla="*/ 346509 h 413886"/>
                <a:gd name="connsiteX5" fmla="*/ 365802 w 9269171"/>
                <a:gd name="connsiteY5" fmla="*/ 413886 h 413886"/>
                <a:gd name="connsiteX6" fmla="*/ 2213853 w 9269171"/>
                <a:gd name="connsiteY6" fmla="*/ 375385 h 413886"/>
                <a:gd name="connsiteX7" fmla="*/ 2454484 w 9269171"/>
                <a:gd name="connsiteY7" fmla="*/ 346509 h 413886"/>
                <a:gd name="connsiteX8" fmla="*/ 3099377 w 9269171"/>
                <a:gd name="connsiteY8" fmla="*/ 298383 h 413886"/>
                <a:gd name="connsiteX9" fmla="*/ 5072556 w 9269171"/>
                <a:gd name="connsiteY9" fmla="*/ 279132 h 413886"/>
                <a:gd name="connsiteX10" fmla="*/ 6987983 w 9269171"/>
                <a:gd name="connsiteY10" fmla="*/ 317633 h 413886"/>
                <a:gd name="connsiteX11" fmla="*/ 7267116 w 9269171"/>
                <a:gd name="connsiteY11" fmla="*/ 327259 h 413886"/>
                <a:gd name="connsiteX12" fmla="*/ 7758004 w 9269171"/>
                <a:gd name="connsiteY12" fmla="*/ 365760 h 413886"/>
                <a:gd name="connsiteX13" fmla="*/ 7969760 w 9269171"/>
                <a:gd name="connsiteY13" fmla="*/ 394635 h 413886"/>
                <a:gd name="connsiteX14" fmla="*/ 8220017 w 9269171"/>
                <a:gd name="connsiteY14" fmla="*/ 404261 h 413886"/>
                <a:gd name="connsiteX15" fmla="*/ 9221044 w 9269171"/>
                <a:gd name="connsiteY15" fmla="*/ 385010 h 413886"/>
                <a:gd name="connsiteX16" fmla="*/ 9259546 w 9269171"/>
                <a:gd name="connsiteY16" fmla="*/ 336884 h 413886"/>
                <a:gd name="connsiteX17" fmla="*/ 9269171 w 9269171"/>
                <a:gd name="connsiteY17" fmla="*/ 202130 h 413886"/>
                <a:gd name="connsiteX18" fmla="*/ 9230670 w 9269171"/>
                <a:gd name="connsiteY18" fmla="*/ 67377 h 413886"/>
                <a:gd name="connsiteX19" fmla="*/ 9192169 w 9269171"/>
                <a:gd name="connsiteY19" fmla="*/ 28875 h 413886"/>
                <a:gd name="connsiteX20" fmla="*/ 9095916 w 9269171"/>
                <a:gd name="connsiteY20" fmla="*/ 0 h 413886"/>
                <a:gd name="connsiteX21" fmla="*/ 1511209 w 9269171"/>
                <a:gd name="connsiteY21" fmla="*/ 9625 h 413886"/>
                <a:gd name="connsiteX22" fmla="*/ 1232076 w 9269171"/>
                <a:gd name="connsiteY22" fmla="*/ 38501 h 413886"/>
                <a:gd name="connsiteX23" fmla="*/ 924068 w 9269171"/>
                <a:gd name="connsiteY23" fmla="*/ 96252 h 413886"/>
                <a:gd name="connsiteX24" fmla="*/ 365802 w 9269171"/>
                <a:gd name="connsiteY24" fmla="*/ 57751 h 41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69171" h="413886">
                  <a:moveTo>
                    <a:pt x="365802" y="57751"/>
                  </a:moveTo>
                  <a:cubicBezTo>
                    <a:pt x="216610" y="56147"/>
                    <a:pt x="140661" y="71924"/>
                    <a:pt x="28918" y="86627"/>
                  </a:cubicBezTo>
                  <a:cubicBezTo>
                    <a:pt x="17449" y="88136"/>
                    <a:pt x="-1005" y="94357"/>
                    <a:pt x="42" y="105878"/>
                  </a:cubicBezTo>
                  <a:cubicBezTo>
                    <a:pt x="6030" y="171750"/>
                    <a:pt x="21530" y="237841"/>
                    <a:pt x="48169" y="298383"/>
                  </a:cubicBezTo>
                  <a:cubicBezTo>
                    <a:pt x="58261" y="321319"/>
                    <a:pt x="85070" y="332609"/>
                    <a:pt x="105920" y="346509"/>
                  </a:cubicBezTo>
                  <a:cubicBezTo>
                    <a:pt x="215857" y="419800"/>
                    <a:pt x="208066" y="396359"/>
                    <a:pt x="365802" y="413886"/>
                  </a:cubicBezTo>
                  <a:lnTo>
                    <a:pt x="2213853" y="375385"/>
                  </a:lnTo>
                  <a:cubicBezTo>
                    <a:pt x="2294557" y="371750"/>
                    <a:pt x="2374127" y="354822"/>
                    <a:pt x="2454484" y="346509"/>
                  </a:cubicBezTo>
                  <a:cubicBezTo>
                    <a:pt x="2614629" y="329942"/>
                    <a:pt x="2939717" y="301055"/>
                    <a:pt x="3099377" y="298383"/>
                  </a:cubicBezTo>
                  <a:lnTo>
                    <a:pt x="5072556" y="279132"/>
                  </a:lnTo>
                  <a:lnTo>
                    <a:pt x="6987983" y="317633"/>
                  </a:lnTo>
                  <a:cubicBezTo>
                    <a:pt x="7081060" y="319674"/>
                    <a:pt x="7174141" y="322450"/>
                    <a:pt x="7267116" y="327259"/>
                  </a:cubicBezTo>
                  <a:cubicBezTo>
                    <a:pt x="7372408" y="332705"/>
                    <a:pt x="7639209" y="352261"/>
                    <a:pt x="7758004" y="365760"/>
                  </a:cubicBezTo>
                  <a:cubicBezTo>
                    <a:pt x="7828787" y="373803"/>
                    <a:pt x="7898768" y="388719"/>
                    <a:pt x="7969760" y="394635"/>
                  </a:cubicBezTo>
                  <a:cubicBezTo>
                    <a:pt x="8052952" y="401568"/>
                    <a:pt x="8136598" y="401052"/>
                    <a:pt x="8220017" y="404261"/>
                  </a:cubicBezTo>
                  <a:cubicBezTo>
                    <a:pt x="8553693" y="397844"/>
                    <a:pt x="8888005" y="406596"/>
                    <a:pt x="9221044" y="385010"/>
                  </a:cubicBezTo>
                  <a:cubicBezTo>
                    <a:pt x="9241545" y="383681"/>
                    <a:pt x="9254318" y="356752"/>
                    <a:pt x="9259546" y="336884"/>
                  </a:cubicBezTo>
                  <a:cubicBezTo>
                    <a:pt x="9271007" y="293334"/>
                    <a:pt x="9265963" y="247048"/>
                    <a:pt x="9269171" y="202130"/>
                  </a:cubicBezTo>
                  <a:cubicBezTo>
                    <a:pt x="9256337" y="157212"/>
                    <a:pt x="9249643" y="110066"/>
                    <a:pt x="9230670" y="67377"/>
                  </a:cubicBezTo>
                  <a:cubicBezTo>
                    <a:pt x="9223299" y="50792"/>
                    <a:pt x="9206689" y="39765"/>
                    <a:pt x="9192169" y="28875"/>
                  </a:cubicBezTo>
                  <a:cubicBezTo>
                    <a:pt x="9160195" y="4894"/>
                    <a:pt x="9135201" y="6547"/>
                    <a:pt x="9095916" y="0"/>
                  </a:cubicBezTo>
                  <a:lnTo>
                    <a:pt x="1511209" y="9625"/>
                  </a:lnTo>
                  <a:cubicBezTo>
                    <a:pt x="1456863" y="9761"/>
                    <a:pt x="1276263" y="30703"/>
                    <a:pt x="1232076" y="38501"/>
                  </a:cubicBezTo>
                  <a:cubicBezTo>
                    <a:pt x="1142338" y="54337"/>
                    <a:pt x="1019361" y="93568"/>
                    <a:pt x="924068" y="96252"/>
                  </a:cubicBezTo>
                  <a:cubicBezTo>
                    <a:pt x="741261" y="101401"/>
                    <a:pt x="514994" y="59355"/>
                    <a:pt x="365802" y="57751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316436CB-012F-BF69-1206-42BC7CD8A5EE}"/>
                </a:ext>
              </a:extLst>
            </p:cNvPr>
            <p:cNvSpPr txBox="1"/>
            <p:nvPr/>
          </p:nvSpPr>
          <p:spPr>
            <a:xfrm>
              <a:off x="10458651" y="2702362"/>
              <a:ext cx="1279517" cy="369332"/>
            </a:xfrm>
            <a:custGeom>
              <a:avLst/>
              <a:gdLst>
                <a:gd name="connsiteX0" fmla="*/ 0 w 1279517"/>
                <a:gd name="connsiteY0" fmla="*/ 0 h 369332"/>
                <a:gd name="connsiteX1" fmla="*/ 439301 w 1279517"/>
                <a:gd name="connsiteY1" fmla="*/ 0 h 369332"/>
                <a:gd name="connsiteX2" fmla="*/ 853011 w 1279517"/>
                <a:gd name="connsiteY2" fmla="*/ 0 h 369332"/>
                <a:gd name="connsiteX3" fmla="*/ 1279517 w 1279517"/>
                <a:gd name="connsiteY3" fmla="*/ 0 h 369332"/>
                <a:gd name="connsiteX4" fmla="*/ 1279517 w 1279517"/>
                <a:gd name="connsiteY4" fmla="*/ 369332 h 369332"/>
                <a:gd name="connsiteX5" fmla="*/ 878602 w 1279517"/>
                <a:gd name="connsiteY5" fmla="*/ 369332 h 369332"/>
                <a:gd name="connsiteX6" fmla="*/ 464891 w 1279517"/>
                <a:gd name="connsiteY6" fmla="*/ 369332 h 369332"/>
                <a:gd name="connsiteX7" fmla="*/ 0 w 1279517"/>
                <a:gd name="connsiteY7" fmla="*/ 369332 h 369332"/>
                <a:gd name="connsiteX8" fmla="*/ 0 w 1279517"/>
                <a:gd name="connsiteY8" fmla="*/ 0 h 3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9517" h="369332" fill="none" extrusionOk="0">
                  <a:moveTo>
                    <a:pt x="0" y="0"/>
                  </a:moveTo>
                  <a:cubicBezTo>
                    <a:pt x="107262" y="-17529"/>
                    <a:pt x="242984" y="36315"/>
                    <a:pt x="439301" y="0"/>
                  </a:cubicBezTo>
                  <a:cubicBezTo>
                    <a:pt x="635618" y="-36315"/>
                    <a:pt x="669776" y="46740"/>
                    <a:pt x="853011" y="0"/>
                  </a:cubicBezTo>
                  <a:cubicBezTo>
                    <a:pt x="1036246" y="-46740"/>
                    <a:pt x="1142831" y="40507"/>
                    <a:pt x="1279517" y="0"/>
                  </a:cubicBezTo>
                  <a:cubicBezTo>
                    <a:pt x="1295823" y="127444"/>
                    <a:pt x="1259096" y="235625"/>
                    <a:pt x="1279517" y="369332"/>
                  </a:cubicBezTo>
                  <a:cubicBezTo>
                    <a:pt x="1165624" y="387473"/>
                    <a:pt x="1046423" y="336711"/>
                    <a:pt x="878602" y="369332"/>
                  </a:cubicBezTo>
                  <a:cubicBezTo>
                    <a:pt x="710782" y="401953"/>
                    <a:pt x="629777" y="353405"/>
                    <a:pt x="464891" y="369332"/>
                  </a:cubicBezTo>
                  <a:cubicBezTo>
                    <a:pt x="300005" y="385259"/>
                    <a:pt x="139216" y="352224"/>
                    <a:pt x="0" y="369332"/>
                  </a:cubicBezTo>
                  <a:cubicBezTo>
                    <a:pt x="-33844" y="213003"/>
                    <a:pt x="38045" y="123259"/>
                    <a:pt x="0" y="0"/>
                  </a:cubicBezTo>
                  <a:close/>
                </a:path>
                <a:path w="1279517" h="369332" stroke="0" extrusionOk="0">
                  <a:moveTo>
                    <a:pt x="0" y="0"/>
                  </a:moveTo>
                  <a:cubicBezTo>
                    <a:pt x="189138" y="-2665"/>
                    <a:pt x="257077" y="49089"/>
                    <a:pt x="413710" y="0"/>
                  </a:cubicBezTo>
                  <a:cubicBezTo>
                    <a:pt x="570343" y="-49089"/>
                    <a:pt x="669660" y="6042"/>
                    <a:pt x="865807" y="0"/>
                  </a:cubicBezTo>
                  <a:cubicBezTo>
                    <a:pt x="1061954" y="-6042"/>
                    <a:pt x="1170071" y="8742"/>
                    <a:pt x="1279517" y="0"/>
                  </a:cubicBezTo>
                  <a:cubicBezTo>
                    <a:pt x="1286247" y="184257"/>
                    <a:pt x="1273916" y="284970"/>
                    <a:pt x="1279517" y="369332"/>
                  </a:cubicBezTo>
                  <a:cubicBezTo>
                    <a:pt x="1184508" y="370245"/>
                    <a:pt x="1065892" y="337495"/>
                    <a:pt x="891397" y="369332"/>
                  </a:cubicBezTo>
                  <a:cubicBezTo>
                    <a:pt x="716902" y="401169"/>
                    <a:pt x="654025" y="352864"/>
                    <a:pt x="452096" y="369332"/>
                  </a:cubicBezTo>
                  <a:cubicBezTo>
                    <a:pt x="250167" y="385800"/>
                    <a:pt x="197007" y="330964"/>
                    <a:pt x="0" y="369332"/>
                  </a:cubicBezTo>
                  <a:cubicBezTo>
                    <a:pt x="-14436" y="278126"/>
                    <a:pt x="22990" y="97889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88412693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none" rtlCol="0">
              <a:spAutoFit/>
            </a:bodyPr>
            <a:lstStyle/>
            <a:p>
              <a:r>
                <a:rPr lang="fr-FR" dirty="0"/>
                <a:t>e.g., YP-Lite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5C0F237D-2139-D6E4-4DBD-18CA4C8B76E0}"/>
              </a:ext>
            </a:extLst>
          </p:cNvPr>
          <p:cNvGrpSpPr/>
          <p:nvPr/>
        </p:nvGrpSpPr>
        <p:grpSpPr>
          <a:xfrm>
            <a:off x="1230137" y="2204185"/>
            <a:ext cx="10399519" cy="490889"/>
            <a:chOff x="1230137" y="2204185"/>
            <a:chExt cx="10399519" cy="490889"/>
          </a:xfrm>
        </p:grpSpPr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130DADE8-2DEE-F932-80E3-17A87AEB5B6A}"/>
                </a:ext>
              </a:extLst>
            </p:cNvPr>
            <p:cNvSpPr/>
            <p:nvPr/>
          </p:nvSpPr>
          <p:spPr>
            <a:xfrm>
              <a:off x="1230137" y="2204185"/>
              <a:ext cx="9444280" cy="490889"/>
            </a:xfrm>
            <a:custGeom>
              <a:avLst/>
              <a:gdLst>
                <a:gd name="connsiteX0" fmla="*/ 146276 w 9444280"/>
                <a:gd name="connsiteY0" fmla="*/ 163630 h 490889"/>
                <a:gd name="connsiteX1" fmla="*/ 30772 w 9444280"/>
                <a:gd name="connsiteY1" fmla="*/ 182880 h 490889"/>
                <a:gd name="connsiteX2" fmla="*/ 1897 w 9444280"/>
                <a:gd name="connsiteY2" fmla="*/ 202131 h 490889"/>
                <a:gd name="connsiteX3" fmla="*/ 11522 w 9444280"/>
                <a:gd name="connsiteY3" fmla="*/ 336884 h 490889"/>
                <a:gd name="connsiteX4" fmla="*/ 30772 w 9444280"/>
                <a:gd name="connsiteY4" fmla="*/ 375386 h 490889"/>
                <a:gd name="connsiteX5" fmla="*/ 290655 w 9444280"/>
                <a:gd name="connsiteY5" fmla="*/ 442762 h 490889"/>
                <a:gd name="connsiteX6" fmla="*/ 1551564 w 9444280"/>
                <a:gd name="connsiteY6" fmla="*/ 452388 h 490889"/>
                <a:gd name="connsiteX7" fmla="*/ 2475589 w 9444280"/>
                <a:gd name="connsiteY7" fmla="*/ 471638 h 490889"/>
                <a:gd name="connsiteX8" fmla="*/ 2677720 w 9444280"/>
                <a:gd name="connsiteY8" fmla="*/ 490889 h 490889"/>
                <a:gd name="connsiteX9" fmla="*/ 7326722 w 9444280"/>
                <a:gd name="connsiteY9" fmla="*/ 462013 h 490889"/>
                <a:gd name="connsiteX10" fmla="*/ 7432600 w 9444280"/>
                <a:gd name="connsiteY10" fmla="*/ 452388 h 490889"/>
                <a:gd name="connsiteX11" fmla="*/ 7740608 w 9444280"/>
                <a:gd name="connsiteY11" fmla="*/ 413887 h 490889"/>
                <a:gd name="connsiteX12" fmla="*/ 7856111 w 9444280"/>
                <a:gd name="connsiteY12" fmla="*/ 394636 h 490889"/>
                <a:gd name="connsiteX13" fmla="*/ 7990865 w 9444280"/>
                <a:gd name="connsiteY13" fmla="*/ 385011 h 490889"/>
                <a:gd name="connsiteX14" fmla="*/ 8231497 w 9444280"/>
                <a:gd name="connsiteY14" fmla="*/ 346510 h 490889"/>
                <a:gd name="connsiteX15" fmla="*/ 8404751 w 9444280"/>
                <a:gd name="connsiteY15" fmla="*/ 317634 h 490889"/>
                <a:gd name="connsiteX16" fmla="*/ 8741636 w 9444280"/>
                <a:gd name="connsiteY16" fmla="*/ 288758 h 490889"/>
                <a:gd name="connsiteX17" fmla="*/ 9059269 w 9444280"/>
                <a:gd name="connsiteY17" fmla="*/ 279133 h 490889"/>
                <a:gd name="connsiteX18" fmla="*/ 9107396 w 9444280"/>
                <a:gd name="connsiteY18" fmla="*/ 298383 h 490889"/>
                <a:gd name="connsiteX19" fmla="*/ 9213274 w 9444280"/>
                <a:gd name="connsiteY19" fmla="*/ 308009 h 490889"/>
                <a:gd name="connsiteX20" fmla="*/ 9319151 w 9444280"/>
                <a:gd name="connsiteY20" fmla="*/ 327259 h 490889"/>
                <a:gd name="connsiteX21" fmla="*/ 9444280 w 9444280"/>
                <a:gd name="connsiteY21" fmla="*/ 346510 h 490889"/>
                <a:gd name="connsiteX22" fmla="*/ 9271025 w 9444280"/>
                <a:gd name="connsiteY22" fmla="*/ 240632 h 490889"/>
                <a:gd name="connsiteX23" fmla="*/ 9107396 w 9444280"/>
                <a:gd name="connsiteY23" fmla="*/ 192506 h 490889"/>
                <a:gd name="connsiteX24" fmla="*/ 8645383 w 9444280"/>
                <a:gd name="connsiteY24" fmla="*/ 125129 h 490889"/>
                <a:gd name="connsiteX25" fmla="*/ 8452878 w 9444280"/>
                <a:gd name="connsiteY25" fmla="*/ 96253 h 490889"/>
                <a:gd name="connsiteX26" fmla="*/ 8308499 w 9444280"/>
                <a:gd name="connsiteY26" fmla="*/ 67377 h 490889"/>
                <a:gd name="connsiteX27" fmla="*/ 6075438 w 9444280"/>
                <a:gd name="connsiteY27" fmla="*/ 57752 h 490889"/>
                <a:gd name="connsiteX28" fmla="*/ 5565299 w 9444280"/>
                <a:gd name="connsiteY28" fmla="*/ 38501 h 490889"/>
                <a:gd name="connsiteX29" fmla="*/ 5315042 w 9444280"/>
                <a:gd name="connsiteY29" fmla="*/ 28876 h 490889"/>
                <a:gd name="connsiteX30" fmla="*/ 5151412 w 9444280"/>
                <a:gd name="connsiteY30" fmla="*/ 19251 h 490889"/>
                <a:gd name="connsiteX31" fmla="*/ 4631648 w 9444280"/>
                <a:gd name="connsiteY31" fmla="*/ 28876 h 490889"/>
                <a:gd name="connsiteX32" fmla="*/ 3389989 w 9444280"/>
                <a:gd name="connsiteY32" fmla="*/ 0 h 490889"/>
                <a:gd name="connsiteX33" fmla="*/ 2446714 w 9444280"/>
                <a:gd name="connsiteY33" fmla="*/ 19251 h 490889"/>
                <a:gd name="connsiteX34" fmla="*/ 2225332 w 9444280"/>
                <a:gd name="connsiteY34" fmla="*/ 77002 h 490889"/>
                <a:gd name="connsiteX35" fmla="*/ 2032827 w 9444280"/>
                <a:gd name="connsiteY35" fmla="*/ 105878 h 490889"/>
                <a:gd name="connsiteX36" fmla="*/ 1955825 w 9444280"/>
                <a:gd name="connsiteY36" fmla="*/ 125129 h 490889"/>
                <a:gd name="connsiteX37" fmla="*/ 1859572 w 9444280"/>
                <a:gd name="connsiteY37" fmla="*/ 134754 h 490889"/>
                <a:gd name="connsiteX38" fmla="*/ 1734444 w 9444280"/>
                <a:gd name="connsiteY38" fmla="*/ 154004 h 490889"/>
                <a:gd name="connsiteX39" fmla="*/ 617914 w 9444280"/>
                <a:gd name="connsiteY39" fmla="*/ 125129 h 490889"/>
                <a:gd name="connsiteX40" fmla="*/ 213652 w 9444280"/>
                <a:gd name="connsiteY40" fmla="*/ 134754 h 490889"/>
                <a:gd name="connsiteX41" fmla="*/ 50023 w 9444280"/>
                <a:gd name="connsiteY41" fmla="*/ 173255 h 490889"/>
                <a:gd name="connsiteX42" fmla="*/ 40398 w 9444280"/>
                <a:gd name="connsiteY42" fmla="*/ 182880 h 490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444280" h="490889">
                  <a:moveTo>
                    <a:pt x="146276" y="163630"/>
                  </a:moveTo>
                  <a:cubicBezTo>
                    <a:pt x="107775" y="170047"/>
                    <a:pt x="68486" y="172823"/>
                    <a:pt x="30772" y="182880"/>
                  </a:cubicBezTo>
                  <a:cubicBezTo>
                    <a:pt x="19595" y="185861"/>
                    <a:pt x="3332" y="190652"/>
                    <a:pt x="1897" y="202131"/>
                  </a:cubicBezTo>
                  <a:cubicBezTo>
                    <a:pt x="-3688" y="246815"/>
                    <a:pt x="4119" y="292465"/>
                    <a:pt x="11522" y="336884"/>
                  </a:cubicBezTo>
                  <a:cubicBezTo>
                    <a:pt x="13881" y="351037"/>
                    <a:pt x="19293" y="366777"/>
                    <a:pt x="30772" y="375386"/>
                  </a:cubicBezTo>
                  <a:cubicBezTo>
                    <a:pt x="108974" y="434038"/>
                    <a:pt x="194241" y="440808"/>
                    <a:pt x="290655" y="442762"/>
                  </a:cubicBezTo>
                  <a:cubicBezTo>
                    <a:pt x="710884" y="451280"/>
                    <a:pt x="1131261" y="449179"/>
                    <a:pt x="1551564" y="452388"/>
                  </a:cubicBezTo>
                  <a:cubicBezTo>
                    <a:pt x="2104099" y="483083"/>
                    <a:pt x="1107120" y="430169"/>
                    <a:pt x="2475589" y="471638"/>
                  </a:cubicBezTo>
                  <a:cubicBezTo>
                    <a:pt x="2543240" y="473688"/>
                    <a:pt x="2610343" y="484472"/>
                    <a:pt x="2677720" y="490889"/>
                  </a:cubicBezTo>
                  <a:lnTo>
                    <a:pt x="7326722" y="462013"/>
                  </a:lnTo>
                  <a:cubicBezTo>
                    <a:pt x="7362159" y="461726"/>
                    <a:pt x="7397321" y="455748"/>
                    <a:pt x="7432600" y="452388"/>
                  </a:cubicBezTo>
                  <a:cubicBezTo>
                    <a:pt x="7561585" y="440103"/>
                    <a:pt x="7581194" y="437330"/>
                    <a:pt x="7740608" y="413887"/>
                  </a:cubicBezTo>
                  <a:cubicBezTo>
                    <a:pt x="7779225" y="408208"/>
                    <a:pt x="7817336" y="399110"/>
                    <a:pt x="7856111" y="394636"/>
                  </a:cubicBezTo>
                  <a:cubicBezTo>
                    <a:pt x="7900847" y="389474"/>
                    <a:pt x="7945947" y="388219"/>
                    <a:pt x="7990865" y="385011"/>
                  </a:cubicBezTo>
                  <a:lnTo>
                    <a:pt x="8231497" y="346510"/>
                  </a:lnTo>
                  <a:cubicBezTo>
                    <a:pt x="8380013" y="320904"/>
                    <a:pt x="8030540" y="355819"/>
                    <a:pt x="8404751" y="317634"/>
                  </a:cubicBezTo>
                  <a:cubicBezTo>
                    <a:pt x="8516876" y="306193"/>
                    <a:pt x="8741636" y="288758"/>
                    <a:pt x="8741636" y="288758"/>
                  </a:cubicBezTo>
                  <a:cubicBezTo>
                    <a:pt x="8884525" y="257006"/>
                    <a:pt x="8848138" y="257293"/>
                    <a:pt x="9059269" y="279133"/>
                  </a:cubicBezTo>
                  <a:cubicBezTo>
                    <a:pt x="9076455" y="280911"/>
                    <a:pt x="9090414" y="295199"/>
                    <a:pt x="9107396" y="298383"/>
                  </a:cubicBezTo>
                  <a:cubicBezTo>
                    <a:pt x="9142227" y="304914"/>
                    <a:pt x="9178161" y="303221"/>
                    <a:pt x="9213274" y="308009"/>
                  </a:cubicBezTo>
                  <a:cubicBezTo>
                    <a:pt x="9248816" y="312856"/>
                    <a:pt x="9283768" y="321362"/>
                    <a:pt x="9319151" y="327259"/>
                  </a:cubicBezTo>
                  <a:cubicBezTo>
                    <a:pt x="9360777" y="334197"/>
                    <a:pt x="9402570" y="340093"/>
                    <a:pt x="9444280" y="346510"/>
                  </a:cubicBezTo>
                  <a:cubicBezTo>
                    <a:pt x="9386528" y="311217"/>
                    <a:pt x="9332580" y="268771"/>
                    <a:pt x="9271025" y="240632"/>
                  </a:cubicBezTo>
                  <a:cubicBezTo>
                    <a:pt x="9219318" y="216995"/>
                    <a:pt x="9163054" y="204101"/>
                    <a:pt x="9107396" y="192506"/>
                  </a:cubicBezTo>
                  <a:cubicBezTo>
                    <a:pt x="8865814" y="142176"/>
                    <a:pt x="8848549" y="152584"/>
                    <a:pt x="8645383" y="125129"/>
                  </a:cubicBezTo>
                  <a:cubicBezTo>
                    <a:pt x="8581081" y="116440"/>
                    <a:pt x="8516831" y="107217"/>
                    <a:pt x="8452878" y="96253"/>
                  </a:cubicBezTo>
                  <a:cubicBezTo>
                    <a:pt x="8404504" y="87960"/>
                    <a:pt x="8357572" y="68172"/>
                    <a:pt x="8308499" y="67377"/>
                  </a:cubicBezTo>
                  <a:cubicBezTo>
                    <a:pt x="7564236" y="55324"/>
                    <a:pt x="6819792" y="60960"/>
                    <a:pt x="6075438" y="57752"/>
                  </a:cubicBezTo>
                  <a:lnTo>
                    <a:pt x="5565299" y="38501"/>
                  </a:lnTo>
                  <a:cubicBezTo>
                    <a:pt x="5481878" y="35333"/>
                    <a:pt x="5398379" y="33778"/>
                    <a:pt x="5315042" y="28876"/>
                  </a:cubicBezTo>
                  <a:lnTo>
                    <a:pt x="5151412" y="19251"/>
                  </a:lnTo>
                  <a:lnTo>
                    <a:pt x="4631648" y="28876"/>
                  </a:lnTo>
                  <a:cubicBezTo>
                    <a:pt x="3468366" y="28876"/>
                    <a:pt x="3831695" y="126204"/>
                    <a:pt x="3389989" y="0"/>
                  </a:cubicBezTo>
                  <a:lnTo>
                    <a:pt x="2446714" y="19251"/>
                  </a:lnTo>
                  <a:cubicBezTo>
                    <a:pt x="2345062" y="22128"/>
                    <a:pt x="2343872" y="46269"/>
                    <a:pt x="2225332" y="77002"/>
                  </a:cubicBezTo>
                  <a:cubicBezTo>
                    <a:pt x="2181561" y="88350"/>
                    <a:pt x="2084113" y="99467"/>
                    <a:pt x="2032827" y="105878"/>
                  </a:cubicBezTo>
                  <a:cubicBezTo>
                    <a:pt x="2007160" y="112295"/>
                    <a:pt x="1981922" y="120779"/>
                    <a:pt x="1955825" y="125129"/>
                  </a:cubicBezTo>
                  <a:cubicBezTo>
                    <a:pt x="1924019" y="130430"/>
                    <a:pt x="1891546" y="130584"/>
                    <a:pt x="1859572" y="134754"/>
                  </a:cubicBezTo>
                  <a:cubicBezTo>
                    <a:pt x="1817726" y="140212"/>
                    <a:pt x="1776153" y="147587"/>
                    <a:pt x="1734444" y="154004"/>
                  </a:cubicBezTo>
                  <a:cubicBezTo>
                    <a:pt x="1397416" y="142770"/>
                    <a:pt x="957583" y="125129"/>
                    <a:pt x="617914" y="125129"/>
                  </a:cubicBezTo>
                  <a:cubicBezTo>
                    <a:pt x="483122" y="125129"/>
                    <a:pt x="348406" y="131546"/>
                    <a:pt x="213652" y="134754"/>
                  </a:cubicBezTo>
                  <a:cubicBezTo>
                    <a:pt x="108233" y="144337"/>
                    <a:pt x="126176" y="129739"/>
                    <a:pt x="50023" y="173255"/>
                  </a:cubicBezTo>
                  <a:cubicBezTo>
                    <a:pt x="46084" y="175506"/>
                    <a:pt x="43606" y="179672"/>
                    <a:pt x="40398" y="182880"/>
                  </a:cubicBezTo>
                </a:path>
              </a:pathLst>
            </a:cu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7163901E-CDA3-C576-80F3-B47D83F5FBAB}"/>
                </a:ext>
              </a:extLst>
            </p:cNvPr>
            <p:cNvSpPr txBox="1"/>
            <p:nvPr/>
          </p:nvSpPr>
          <p:spPr>
            <a:xfrm>
              <a:off x="10720689" y="2211407"/>
              <a:ext cx="908967" cy="369332"/>
            </a:xfrm>
            <a:custGeom>
              <a:avLst/>
              <a:gdLst>
                <a:gd name="connsiteX0" fmla="*/ 0 w 908967"/>
                <a:gd name="connsiteY0" fmla="*/ 0 h 369332"/>
                <a:gd name="connsiteX1" fmla="*/ 472663 w 908967"/>
                <a:gd name="connsiteY1" fmla="*/ 0 h 369332"/>
                <a:gd name="connsiteX2" fmla="*/ 908967 w 908967"/>
                <a:gd name="connsiteY2" fmla="*/ 0 h 369332"/>
                <a:gd name="connsiteX3" fmla="*/ 908967 w 908967"/>
                <a:gd name="connsiteY3" fmla="*/ 369332 h 369332"/>
                <a:gd name="connsiteX4" fmla="*/ 454484 w 908967"/>
                <a:gd name="connsiteY4" fmla="*/ 369332 h 369332"/>
                <a:gd name="connsiteX5" fmla="*/ 0 w 908967"/>
                <a:gd name="connsiteY5" fmla="*/ 369332 h 369332"/>
                <a:gd name="connsiteX6" fmla="*/ 0 w 908967"/>
                <a:gd name="connsiteY6" fmla="*/ 0 h 3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8967" h="369332" fill="none" extrusionOk="0">
                  <a:moveTo>
                    <a:pt x="0" y="0"/>
                  </a:moveTo>
                  <a:cubicBezTo>
                    <a:pt x="178288" y="-2782"/>
                    <a:pt x="265887" y="48621"/>
                    <a:pt x="472663" y="0"/>
                  </a:cubicBezTo>
                  <a:cubicBezTo>
                    <a:pt x="679439" y="-48621"/>
                    <a:pt x="699482" y="34512"/>
                    <a:pt x="908967" y="0"/>
                  </a:cubicBezTo>
                  <a:cubicBezTo>
                    <a:pt x="922128" y="174036"/>
                    <a:pt x="874945" y="267113"/>
                    <a:pt x="908967" y="369332"/>
                  </a:cubicBezTo>
                  <a:cubicBezTo>
                    <a:pt x="691882" y="407921"/>
                    <a:pt x="639729" y="364210"/>
                    <a:pt x="454484" y="369332"/>
                  </a:cubicBezTo>
                  <a:cubicBezTo>
                    <a:pt x="269239" y="374454"/>
                    <a:pt x="105767" y="350863"/>
                    <a:pt x="0" y="369332"/>
                  </a:cubicBezTo>
                  <a:cubicBezTo>
                    <a:pt x="-12390" y="277974"/>
                    <a:pt x="27359" y="159286"/>
                    <a:pt x="0" y="0"/>
                  </a:cubicBezTo>
                  <a:close/>
                </a:path>
                <a:path w="908967" h="369332" stroke="0" extrusionOk="0">
                  <a:moveTo>
                    <a:pt x="0" y="0"/>
                  </a:moveTo>
                  <a:cubicBezTo>
                    <a:pt x="127015" y="-15514"/>
                    <a:pt x="356715" y="45589"/>
                    <a:pt x="463573" y="0"/>
                  </a:cubicBezTo>
                  <a:cubicBezTo>
                    <a:pt x="570431" y="-45589"/>
                    <a:pt x="756739" y="28402"/>
                    <a:pt x="908967" y="0"/>
                  </a:cubicBezTo>
                  <a:cubicBezTo>
                    <a:pt x="923315" y="168334"/>
                    <a:pt x="875223" y="255521"/>
                    <a:pt x="908967" y="369332"/>
                  </a:cubicBezTo>
                  <a:cubicBezTo>
                    <a:pt x="798318" y="424375"/>
                    <a:pt x="637616" y="320457"/>
                    <a:pt x="436304" y="369332"/>
                  </a:cubicBezTo>
                  <a:cubicBezTo>
                    <a:pt x="234992" y="418207"/>
                    <a:pt x="99373" y="350112"/>
                    <a:pt x="0" y="369332"/>
                  </a:cubicBezTo>
                  <a:cubicBezTo>
                    <a:pt x="-37835" y="232595"/>
                    <a:pt x="16534" y="90654"/>
                    <a:pt x="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03575811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none" rtlCol="0">
              <a:spAutoFit/>
            </a:bodyPr>
            <a:lstStyle/>
            <a:p>
              <a:r>
                <a:rPr lang="fr-FR" dirty="0"/>
                <a:t>VELOCE</a:t>
              </a: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922E5F86-2867-564D-85EF-0EDA6C3D347A}"/>
              </a:ext>
            </a:extLst>
          </p:cNvPr>
          <p:cNvGrpSpPr/>
          <p:nvPr/>
        </p:nvGrpSpPr>
        <p:grpSpPr>
          <a:xfrm>
            <a:off x="1077479" y="954363"/>
            <a:ext cx="11180635" cy="4731141"/>
            <a:chOff x="1077479" y="954363"/>
            <a:chExt cx="11180635" cy="4731141"/>
          </a:xfrm>
        </p:grpSpPr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DB54D318-ED16-FFAF-F466-1B74E0266EA5}"/>
                </a:ext>
              </a:extLst>
            </p:cNvPr>
            <p:cNvSpPr/>
            <p:nvPr/>
          </p:nvSpPr>
          <p:spPr>
            <a:xfrm>
              <a:off x="1077479" y="4870383"/>
              <a:ext cx="10963854" cy="771904"/>
            </a:xfrm>
            <a:custGeom>
              <a:avLst/>
              <a:gdLst>
                <a:gd name="connsiteX0" fmla="*/ 366310 w 10963854"/>
                <a:gd name="connsiteY0" fmla="*/ 105878 h 771904"/>
                <a:gd name="connsiteX1" fmla="*/ 48677 w 10963854"/>
                <a:gd name="connsiteY1" fmla="*/ 173255 h 771904"/>
                <a:gd name="connsiteX2" fmla="*/ 10176 w 10963854"/>
                <a:gd name="connsiteY2" fmla="*/ 240632 h 771904"/>
                <a:gd name="connsiteX3" fmla="*/ 550 w 10963854"/>
                <a:gd name="connsiteY3" fmla="*/ 298383 h 771904"/>
                <a:gd name="connsiteX4" fmla="*/ 39052 w 10963854"/>
                <a:gd name="connsiteY4" fmla="*/ 433137 h 771904"/>
                <a:gd name="connsiteX5" fmla="*/ 154555 w 10963854"/>
                <a:gd name="connsiteY5" fmla="*/ 558265 h 771904"/>
                <a:gd name="connsiteX6" fmla="*/ 231557 w 10963854"/>
                <a:gd name="connsiteY6" fmla="*/ 596766 h 771904"/>
                <a:gd name="connsiteX7" fmla="*/ 703195 w 10963854"/>
                <a:gd name="connsiteY7" fmla="*/ 654518 h 771904"/>
                <a:gd name="connsiteX8" fmla="*/ 953452 w 10963854"/>
                <a:gd name="connsiteY8" fmla="*/ 693019 h 771904"/>
                <a:gd name="connsiteX9" fmla="*/ 1155582 w 10963854"/>
                <a:gd name="connsiteY9" fmla="*/ 702644 h 771904"/>
                <a:gd name="connsiteX10" fmla="*/ 1434715 w 10963854"/>
                <a:gd name="connsiteY10" fmla="*/ 712270 h 771904"/>
                <a:gd name="connsiteX11" fmla="*/ 5188567 w 10963854"/>
                <a:gd name="connsiteY11" fmla="*/ 721895 h 771904"/>
                <a:gd name="connsiteX12" fmla="*/ 5727582 w 10963854"/>
                <a:gd name="connsiteY12" fmla="*/ 741145 h 771904"/>
                <a:gd name="connsiteX13" fmla="*/ 5948963 w 10963854"/>
                <a:gd name="connsiteY13" fmla="*/ 770021 h 771904"/>
                <a:gd name="connsiteX14" fmla="*/ 6584230 w 10963854"/>
                <a:gd name="connsiteY14" fmla="*/ 760396 h 771904"/>
                <a:gd name="connsiteX15" fmla="*/ 6632357 w 10963854"/>
                <a:gd name="connsiteY15" fmla="*/ 702644 h 771904"/>
                <a:gd name="connsiteX16" fmla="*/ 6709359 w 10963854"/>
                <a:gd name="connsiteY16" fmla="*/ 644893 h 771904"/>
                <a:gd name="connsiteX17" fmla="*/ 6786361 w 10963854"/>
                <a:gd name="connsiteY17" fmla="*/ 625642 h 771904"/>
                <a:gd name="connsiteX18" fmla="*/ 6882614 w 10963854"/>
                <a:gd name="connsiteY18" fmla="*/ 596766 h 771904"/>
                <a:gd name="connsiteX19" fmla="*/ 7479380 w 10963854"/>
                <a:gd name="connsiteY19" fmla="*/ 567891 h 771904"/>
                <a:gd name="connsiteX20" fmla="*/ 7941393 w 10963854"/>
                <a:gd name="connsiteY20" fmla="*/ 529390 h 771904"/>
                <a:gd name="connsiteX21" fmla="*/ 8201275 w 10963854"/>
                <a:gd name="connsiteY21" fmla="*/ 500514 h 771904"/>
                <a:gd name="connsiteX22" fmla="*/ 9279304 w 10963854"/>
                <a:gd name="connsiteY22" fmla="*/ 471638 h 771904"/>
                <a:gd name="connsiteX23" fmla="*/ 9645064 w 10963854"/>
                <a:gd name="connsiteY23" fmla="*/ 452388 h 771904"/>
                <a:gd name="connsiteX24" fmla="*/ 10434336 w 10963854"/>
                <a:gd name="connsiteY24" fmla="*/ 442762 h 771904"/>
                <a:gd name="connsiteX25" fmla="*/ 10684593 w 10963854"/>
                <a:gd name="connsiteY25" fmla="*/ 413886 h 771904"/>
                <a:gd name="connsiteX26" fmla="*/ 10771220 w 10963854"/>
                <a:gd name="connsiteY26" fmla="*/ 404261 h 771904"/>
                <a:gd name="connsiteX27" fmla="*/ 10877098 w 10963854"/>
                <a:gd name="connsiteY27" fmla="*/ 394636 h 771904"/>
                <a:gd name="connsiteX28" fmla="*/ 10944475 w 10963854"/>
                <a:gd name="connsiteY28" fmla="*/ 375385 h 771904"/>
                <a:gd name="connsiteX29" fmla="*/ 10963725 w 10963854"/>
                <a:gd name="connsiteY29" fmla="*/ 336884 h 771904"/>
                <a:gd name="connsiteX30" fmla="*/ 10848222 w 10963854"/>
                <a:gd name="connsiteY30" fmla="*/ 192505 h 771904"/>
                <a:gd name="connsiteX31" fmla="*/ 10655717 w 10963854"/>
                <a:gd name="connsiteY31" fmla="*/ 96253 h 771904"/>
                <a:gd name="connsiteX32" fmla="*/ 10540214 w 10963854"/>
                <a:gd name="connsiteY32" fmla="*/ 77002 h 771904"/>
                <a:gd name="connsiteX33" fmla="*/ 1646470 w 10963854"/>
                <a:gd name="connsiteY33" fmla="*/ 57752 h 771904"/>
                <a:gd name="connsiteX34" fmla="*/ 1376963 w 10963854"/>
                <a:gd name="connsiteY34" fmla="*/ 48126 h 771904"/>
                <a:gd name="connsiteX35" fmla="*/ 1280710 w 10963854"/>
                <a:gd name="connsiteY35" fmla="*/ 38501 h 771904"/>
                <a:gd name="connsiteX36" fmla="*/ 1155582 w 10963854"/>
                <a:gd name="connsiteY36" fmla="*/ 28876 h 771904"/>
                <a:gd name="connsiteX37" fmla="*/ 972702 w 10963854"/>
                <a:gd name="connsiteY37" fmla="*/ 0 h 771904"/>
                <a:gd name="connsiteX38" fmla="*/ 539565 w 10963854"/>
                <a:gd name="connsiteY38" fmla="*/ 9625 h 771904"/>
                <a:gd name="connsiteX39" fmla="*/ 443313 w 10963854"/>
                <a:gd name="connsiteY39" fmla="*/ 28876 h 771904"/>
                <a:gd name="connsiteX40" fmla="*/ 404812 w 10963854"/>
                <a:gd name="connsiteY40" fmla="*/ 57752 h 771904"/>
                <a:gd name="connsiteX41" fmla="*/ 395186 w 10963854"/>
                <a:gd name="connsiteY41" fmla="*/ 86628 h 771904"/>
                <a:gd name="connsiteX42" fmla="*/ 366310 w 10963854"/>
                <a:gd name="connsiteY42" fmla="*/ 105878 h 77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0963854" h="771904">
                  <a:moveTo>
                    <a:pt x="366310" y="105878"/>
                  </a:moveTo>
                  <a:cubicBezTo>
                    <a:pt x="308558" y="120316"/>
                    <a:pt x="121864" y="92749"/>
                    <a:pt x="48677" y="173255"/>
                  </a:cubicBezTo>
                  <a:cubicBezTo>
                    <a:pt x="31277" y="192395"/>
                    <a:pt x="23010" y="218173"/>
                    <a:pt x="10176" y="240632"/>
                  </a:cubicBezTo>
                  <a:cubicBezTo>
                    <a:pt x="6967" y="259882"/>
                    <a:pt x="-2345" y="279083"/>
                    <a:pt x="550" y="298383"/>
                  </a:cubicBezTo>
                  <a:cubicBezTo>
                    <a:pt x="7480" y="344582"/>
                    <a:pt x="20650" y="390199"/>
                    <a:pt x="39052" y="433137"/>
                  </a:cubicBezTo>
                  <a:cubicBezTo>
                    <a:pt x="58374" y="478222"/>
                    <a:pt x="115520" y="532242"/>
                    <a:pt x="154555" y="558265"/>
                  </a:cubicBezTo>
                  <a:cubicBezTo>
                    <a:pt x="178432" y="574183"/>
                    <a:pt x="203543" y="590541"/>
                    <a:pt x="231557" y="596766"/>
                  </a:cubicBezTo>
                  <a:cubicBezTo>
                    <a:pt x="420103" y="638666"/>
                    <a:pt x="521079" y="631269"/>
                    <a:pt x="703195" y="654518"/>
                  </a:cubicBezTo>
                  <a:cubicBezTo>
                    <a:pt x="786916" y="665206"/>
                    <a:pt x="869525" y="684091"/>
                    <a:pt x="953452" y="693019"/>
                  </a:cubicBezTo>
                  <a:cubicBezTo>
                    <a:pt x="1020527" y="700155"/>
                    <a:pt x="1088183" y="699948"/>
                    <a:pt x="1155582" y="702644"/>
                  </a:cubicBezTo>
                  <a:cubicBezTo>
                    <a:pt x="1248607" y="706365"/>
                    <a:pt x="1341616" y="711826"/>
                    <a:pt x="1434715" y="712270"/>
                  </a:cubicBezTo>
                  <a:lnTo>
                    <a:pt x="5188567" y="721895"/>
                  </a:lnTo>
                  <a:lnTo>
                    <a:pt x="5727582" y="741145"/>
                  </a:lnTo>
                  <a:cubicBezTo>
                    <a:pt x="5865670" y="747063"/>
                    <a:pt x="5835566" y="744822"/>
                    <a:pt x="5948963" y="770021"/>
                  </a:cubicBezTo>
                  <a:cubicBezTo>
                    <a:pt x="6160719" y="766813"/>
                    <a:pt x="6373472" y="781175"/>
                    <a:pt x="6584230" y="760396"/>
                  </a:cubicBezTo>
                  <a:cubicBezTo>
                    <a:pt x="6609168" y="757937"/>
                    <a:pt x="6613944" y="719641"/>
                    <a:pt x="6632357" y="702644"/>
                  </a:cubicBezTo>
                  <a:cubicBezTo>
                    <a:pt x="6655933" y="680882"/>
                    <a:pt x="6680662" y="659241"/>
                    <a:pt x="6709359" y="644893"/>
                  </a:cubicBezTo>
                  <a:cubicBezTo>
                    <a:pt x="6733023" y="633061"/>
                    <a:pt x="6760869" y="632723"/>
                    <a:pt x="6786361" y="625642"/>
                  </a:cubicBezTo>
                  <a:cubicBezTo>
                    <a:pt x="6818636" y="616677"/>
                    <a:pt x="6850117" y="604890"/>
                    <a:pt x="6882614" y="596766"/>
                  </a:cubicBezTo>
                  <a:cubicBezTo>
                    <a:pt x="7086184" y="545874"/>
                    <a:pt x="7233338" y="572622"/>
                    <a:pt x="7479380" y="567891"/>
                  </a:cubicBezTo>
                  <a:lnTo>
                    <a:pt x="7941393" y="529390"/>
                  </a:lnTo>
                  <a:cubicBezTo>
                    <a:pt x="8028176" y="521290"/>
                    <a:pt x="8114196" y="504273"/>
                    <a:pt x="8201275" y="500514"/>
                  </a:cubicBezTo>
                  <a:cubicBezTo>
                    <a:pt x="8560412" y="485012"/>
                    <a:pt x="8920032" y="483614"/>
                    <a:pt x="9279304" y="471638"/>
                  </a:cubicBezTo>
                  <a:cubicBezTo>
                    <a:pt x="9401325" y="467571"/>
                    <a:pt x="9523013" y="455439"/>
                    <a:pt x="9645064" y="452388"/>
                  </a:cubicBezTo>
                  <a:cubicBezTo>
                    <a:pt x="9908092" y="445812"/>
                    <a:pt x="10171245" y="445971"/>
                    <a:pt x="10434336" y="442762"/>
                  </a:cubicBezTo>
                  <a:cubicBezTo>
                    <a:pt x="10577065" y="407081"/>
                    <a:pt x="10463905" y="430234"/>
                    <a:pt x="10684593" y="413886"/>
                  </a:cubicBezTo>
                  <a:cubicBezTo>
                    <a:pt x="10713567" y="411740"/>
                    <a:pt x="10742311" y="407152"/>
                    <a:pt x="10771220" y="404261"/>
                  </a:cubicBezTo>
                  <a:lnTo>
                    <a:pt x="10877098" y="394636"/>
                  </a:lnTo>
                  <a:cubicBezTo>
                    <a:pt x="10899557" y="388219"/>
                    <a:pt x="10925040" y="388342"/>
                    <a:pt x="10944475" y="375385"/>
                  </a:cubicBezTo>
                  <a:cubicBezTo>
                    <a:pt x="10956414" y="367426"/>
                    <a:pt x="10965024" y="351173"/>
                    <a:pt x="10963725" y="336884"/>
                  </a:cubicBezTo>
                  <a:cubicBezTo>
                    <a:pt x="10957848" y="272245"/>
                    <a:pt x="10892682" y="225265"/>
                    <a:pt x="10848222" y="192505"/>
                  </a:cubicBezTo>
                  <a:cubicBezTo>
                    <a:pt x="10798352" y="155759"/>
                    <a:pt x="10716507" y="112832"/>
                    <a:pt x="10655717" y="96253"/>
                  </a:cubicBezTo>
                  <a:cubicBezTo>
                    <a:pt x="10618060" y="85983"/>
                    <a:pt x="10579246" y="77169"/>
                    <a:pt x="10540214" y="77002"/>
                  </a:cubicBezTo>
                  <a:lnTo>
                    <a:pt x="1646470" y="57752"/>
                  </a:lnTo>
                  <a:lnTo>
                    <a:pt x="1376963" y="48126"/>
                  </a:lnTo>
                  <a:cubicBezTo>
                    <a:pt x="1344763" y="46431"/>
                    <a:pt x="1312833" y="41294"/>
                    <a:pt x="1280710" y="38501"/>
                  </a:cubicBezTo>
                  <a:cubicBezTo>
                    <a:pt x="1239035" y="34877"/>
                    <a:pt x="1197291" y="32084"/>
                    <a:pt x="1155582" y="28876"/>
                  </a:cubicBezTo>
                  <a:cubicBezTo>
                    <a:pt x="1131598" y="24515"/>
                    <a:pt x="1007892" y="0"/>
                    <a:pt x="972702" y="0"/>
                  </a:cubicBezTo>
                  <a:cubicBezTo>
                    <a:pt x="828287" y="0"/>
                    <a:pt x="683944" y="6417"/>
                    <a:pt x="539565" y="9625"/>
                  </a:cubicBezTo>
                  <a:cubicBezTo>
                    <a:pt x="532318" y="10833"/>
                    <a:pt x="457669" y="21698"/>
                    <a:pt x="443313" y="28876"/>
                  </a:cubicBezTo>
                  <a:cubicBezTo>
                    <a:pt x="428964" y="36050"/>
                    <a:pt x="417646" y="48127"/>
                    <a:pt x="404812" y="57752"/>
                  </a:cubicBezTo>
                  <a:cubicBezTo>
                    <a:pt x="401603" y="67377"/>
                    <a:pt x="399724" y="77553"/>
                    <a:pt x="395186" y="86628"/>
                  </a:cubicBezTo>
                  <a:cubicBezTo>
                    <a:pt x="390013" y="96975"/>
                    <a:pt x="424062" y="91440"/>
                    <a:pt x="366310" y="105878"/>
                  </a:cubicBezTo>
                  <a:close/>
                </a:path>
              </a:pathLst>
            </a:cu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D1187CD3-24CD-DA5E-99A3-E7105F3D2421}"/>
                </a:ext>
              </a:extLst>
            </p:cNvPr>
            <p:cNvSpPr/>
            <p:nvPr/>
          </p:nvSpPr>
          <p:spPr>
            <a:xfrm>
              <a:off x="1222253" y="1232034"/>
              <a:ext cx="10792519" cy="1145406"/>
            </a:xfrm>
            <a:custGeom>
              <a:avLst/>
              <a:gdLst>
                <a:gd name="connsiteX0" fmla="*/ 115659 w 10792519"/>
                <a:gd name="connsiteY0" fmla="*/ 192505 h 1145406"/>
                <a:gd name="connsiteX1" fmla="*/ 67532 w 10792519"/>
                <a:gd name="connsiteY1" fmla="*/ 336884 h 1145406"/>
                <a:gd name="connsiteX2" fmla="*/ 29031 w 10792519"/>
                <a:gd name="connsiteY2" fmla="*/ 452387 h 1145406"/>
                <a:gd name="connsiteX3" fmla="*/ 19406 w 10792519"/>
                <a:gd name="connsiteY3" fmla="*/ 596766 h 1145406"/>
                <a:gd name="connsiteX4" fmla="*/ 155 w 10792519"/>
                <a:gd name="connsiteY4" fmla="*/ 712269 h 1145406"/>
                <a:gd name="connsiteX5" fmla="*/ 38656 w 10792519"/>
                <a:gd name="connsiteY5" fmla="*/ 981777 h 1145406"/>
                <a:gd name="connsiteX6" fmla="*/ 96408 w 10792519"/>
                <a:gd name="connsiteY6" fmla="*/ 1039528 h 1145406"/>
                <a:gd name="connsiteX7" fmla="*/ 250412 w 10792519"/>
                <a:gd name="connsiteY7" fmla="*/ 1135781 h 1145406"/>
                <a:gd name="connsiteX8" fmla="*/ 433292 w 10792519"/>
                <a:gd name="connsiteY8" fmla="*/ 1145406 h 1145406"/>
                <a:gd name="connsiteX9" fmla="*/ 1289941 w 10792519"/>
                <a:gd name="connsiteY9" fmla="*/ 1116530 h 1145406"/>
                <a:gd name="connsiteX10" fmla="*/ 1732703 w 10792519"/>
                <a:gd name="connsiteY10" fmla="*/ 1078029 h 1145406"/>
                <a:gd name="connsiteX11" fmla="*/ 2204341 w 10792519"/>
                <a:gd name="connsiteY11" fmla="*/ 1039528 h 1145406"/>
                <a:gd name="connsiteX12" fmla="*/ 2444972 w 10792519"/>
                <a:gd name="connsiteY12" fmla="*/ 991402 h 1145406"/>
                <a:gd name="connsiteX13" fmla="*/ 2464223 w 10792519"/>
                <a:gd name="connsiteY13" fmla="*/ 962526 h 1145406"/>
                <a:gd name="connsiteX14" fmla="*/ 2502724 w 10792519"/>
                <a:gd name="connsiteY14" fmla="*/ 875899 h 1145406"/>
                <a:gd name="connsiteX15" fmla="*/ 2724105 w 10792519"/>
                <a:gd name="connsiteY15" fmla="*/ 798897 h 1145406"/>
                <a:gd name="connsiteX16" fmla="*/ 2993612 w 10792519"/>
                <a:gd name="connsiteY16" fmla="*/ 760395 h 1145406"/>
                <a:gd name="connsiteX17" fmla="*/ 5342176 w 10792519"/>
                <a:gd name="connsiteY17" fmla="*/ 741145 h 1145406"/>
                <a:gd name="connsiteX18" fmla="*/ 8374134 w 10792519"/>
                <a:gd name="connsiteY18" fmla="*/ 760395 h 1145406"/>
                <a:gd name="connsiteX19" fmla="*/ 8547389 w 10792519"/>
                <a:gd name="connsiteY19" fmla="*/ 779646 h 1145406"/>
                <a:gd name="connsiteX20" fmla="*/ 8691768 w 10792519"/>
                <a:gd name="connsiteY20" fmla="*/ 798897 h 1145406"/>
                <a:gd name="connsiteX21" fmla="*/ 8816896 w 10792519"/>
                <a:gd name="connsiteY21" fmla="*/ 818147 h 1145406"/>
                <a:gd name="connsiteX22" fmla="*/ 9009402 w 10792519"/>
                <a:gd name="connsiteY22" fmla="*/ 837398 h 1145406"/>
                <a:gd name="connsiteX23" fmla="*/ 9894926 w 10792519"/>
                <a:gd name="connsiteY23" fmla="*/ 808522 h 1145406"/>
                <a:gd name="connsiteX24" fmla="*/ 9962303 w 10792519"/>
                <a:gd name="connsiteY24" fmla="*/ 798897 h 1145406"/>
                <a:gd name="connsiteX25" fmla="*/ 10328063 w 10792519"/>
                <a:gd name="connsiteY25" fmla="*/ 741145 h 1145406"/>
                <a:gd name="connsiteX26" fmla="*/ 10366564 w 10792519"/>
                <a:gd name="connsiteY26" fmla="*/ 731520 h 1145406"/>
                <a:gd name="connsiteX27" fmla="*/ 10549444 w 10792519"/>
                <a:gd name="connsiteY27" fmla="*/ 712269 h 1145406"/>
                <a:gd name="connsiteX28" fmla="*/ 10568694 w 10792519"/>
                <a:gd name="connsiteY28" fmla="*/ 683393 h 1145406"/>
                <a:gd name="connsiteX29" fmla="*/ 10664947 w 10792519"/>
                <a:gd name="connsiteY29" fmla="*/ 616017 h 1145406"/>
                <a:gd name="connsiteX30" fmla="*/ 10703448 w 10792519"/>
                <a:gd name="connsiteY30" fmla="*/ 606391 h 1145406"/>
                <a:gd name="connsiteX31" fmla="*/ 10741949 w 10792519"/>
                <a:gd name="connsiteY31" fmla="*/ 577515 h 1145406"/>
                <a:gd name="connsiteX32" fmla="*/ 10790075 w 10792519"/>
                <a:gd name="connsiteY32" fmla="*/ 558265 h 1145406"/>
                <a:gd name="connsiteX33" fmla="*/ 10770825 w 10792519"/>
                <a:gd name="connsiteY33" fmla="*/ 471638 h 1145406"/>
                <a:gd name="connsiteX34" fmla="*/ 10664947 w 10792519"/>
                <a:gd name="connsiteY34" fmla="*/ 346509 h 1145406"/>
                <a:gd name="connsiteX35" fmla="*/ 10616821 w 10792519"/>
                <a:gd name="connsiteY35" fmla="*/ 298383 h 1145406"/>
                <a:gd name="connsiteX36" fmla="*/ 10520568 w 10792519"/>
                <a:gd name="connsiteY36" fmla="*/ 250257 h 1145406"/>
                <a:gd name="connsiteX37" fmla="*/ 10193309 w 10792519"/>
                <a:gd name="connsiteY37" fmla="*/ 115503 h 1145406"/>
                <a:gd name="connsiteX38" fmla="*/ 9827549 w 10792519"/>
                <a:gd name="connsiteY38" fmla="*/ 57751 h 1145406"/>
                <a:gd name="connsiteX39" fmla="*/ 5871566 w 10792519"/>
                <a:gd name="connsiteY39" fmla="*/ 48126 h 1145406"/>
                <a:gd name="connsiteX40" fmla="*/ 5630934 w 10792519"/>
                <a:gd name="connsiteY40" fmla="*/ 38501 h 1145406"/>
                <a:gd name="connsiteX41" fmla="*/ 4976416 w 10792519"/>
                <a:gd name="connsiteY41" fmla="*/ 9625 h 1145406"/>
                <a:gd name="connsiteX42" fmla="*/ 4456652 w 10792519"/>
                <a:gd name="connsiteY42" fmla="*/ 0 h 1145406"/>
                <a:gd name="connsiteX43" fmla="*/ 3147616 w 10792519"/>
                <a:gd name="connsiteY43" fmla="*/ 9625 h 1145406"/>
                <a:gd name="connsiteX44" fmla="*/ 2887734 w 10792519"/>
                <a:gd name="connsiteY44" fmla="*/ 19250 h 1145406"/>
                <a:gd name="connsiteX45" fmla="*/ 1886707 w 10792519"/>
                <a:gd name="connsiteY45" fmla="*/ 28875 h 1145406"/>
                <a:gd name="connsiteX46" fmla="*/ 1376568 w 10792519"/>
                <a:gd name="connsiteY46" fmla="*/ 57751 h 1145406"/>
                <a:gd name="connsiteX47" fmla="*/ 510294 w 10792519"/>
                <a:gd name="connsiteY47" fmla="*/ 67377 h 1145406"/>
                <a:gd name="connsiteX48" fmla="*/ 385166 w 10792519"/>
                <a:gd name="connsiteY48" fmla="*/ 96252 h 1145406"/>
                <a:gd name="connsiteX49" fmla="*/ 317789 w 10792519"/>
                <a:gd name="connsiteY49" fmla="*/ 125128 h 1145406"/>
                <a:gd name="connsiteX50" fmla="*/ 173410 w 10792519"/>
                <a:gd name="connsiteY50" fmla="*/ 154004 h 1145406"/>
                <a:gd name="connsiteX51" fmla="*/ 115659 w 10792519"/>
                <a:gd name="connsiteY51" fmla="*/ 192505 h 1145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0792519" h="1145406">
                  <a:moveTo>
                    <a:pt x="115659" y="192505"/>
                  </a:moveTo>
                  <a:lnTo>
                    <a:pt x="67532" y="336884"/>
                  </a:lnTo>
                  <a:lnTo>
                    <a:pt x="29031" y="452387"/>
                  </a:lnTo>
                  <a:cubicBezTo>
                    <a:pt x="25823" y="500513"/>
                    <a:pt x="24733" y="548828"/>
                    <a:pt x="19406" y="596766"/>
                  </a:cubicBezTo>
                  <a:cubicBezTo>
                    <a:pt x="15096" y="635559"/>
                    <a:pt x="-1794" y="673286"/>
                    <a:pt x="155" y="712269"/>
                  </a:cubicBezTo>
                  <a:cubicBezTo>
                    <a:pt x="4687" y="802904"/>
                    <a:pt x="13050" y="894716"/>
                    <a:pt x="38656" y="981777"/>
                  </a:cubicBezTo>
                  <a:cubicBezTo>
                    <a:pt x="46338" y="1007895"/>
                    <a:pt x="76403" y="1021062"/>
                    <a:pt x="96408" y="1039528"/>
                  </a:cubicBezTo>
                  <a:cubicBezTo>
                    <a:pt x="141690" y="1081327"/>
                    <a:pt x="185986" y="1124276"/>
                    <a:pt x="250412" y="1135781"/>
                  </a:cubicBezTo>
                  <a:cubicBezTo>
                    <a:pt x="310506" y="1146512"/>
                    <a:pt x="372332" y="1142198"/>
                    <a:pt x="433292" y="1145406"/>
                  </a:cubicBezTo>
                  <a:lnTo>
                    <a:pt x="1289941" y="1116530"/>
                  </a:lnTo>
                  <a:cubicBezTo>
                    <a:pt x="1431456" y="1110323"/>
                    <a:pt x="1590583" y="1089399"/>
                    <a:pt x="1732703" y="1078029"/>
                  </a:cubicBezTo>
                  <a:cubicBezTo>
                    <a:pt x="1881986" y="1066086"/>
                    <a:pt x="2053303" y="1059939"/>
                    <a:pt x="2204341" y="1039528"/>
                  </a:cubicBezTo>
                  <a:cubicBezTo>
                    <a:pt x="2325760" y="1023120"/>
                    <a:pt x="2346847" y="1015933"/>
                    <a:pt x="2444972" y="991402"/>
                  </a:cubicBezTo>
                  <a:cubicBezTo>
                    <a:pt x="2451389" y="981777"/>
                    <a:pt x="2459049" y="972873"/>
                    <a:pt x="2464223" y="962526"/>
                  </a:cubicBezTo>
                  <a:cubicBezTo>
                    <a:pt x="2478355" y="934263"/>
                    <a:pt x="2481222" y="899055"/>
                    <a:pt x="2502724" y="875899"/>
                  </a:cubicBezTo>
                  <a:cubicBezTo>
                    <a:pt x="2555366" y="819207"/>
                    <a:pt x="2660158" y="815579"/>
                    <a:pt x="2724105" y="798897"/>
                  </a:cubicBezTo>
                  <a:cubicBezTo>
                    <a:pt x="2893058" y="754823"/>
                    <a:pt x="2731372" y="763386"/>
                    <a:pt x="2993612" y="760395"/>
                  </a:cubicBezTo>
                  <a:lnTo>
                    <a:pt x="5342176" y="741145"/>
                  </a:lnTo>
                  <a:lnTo>
                    <a:pt x="8374134" y="760395"/>
                  </a:lnTo>
                  <a:cubicBezTo>
                    <a:pt x="8432237" y="761093"/>
                    <a:pt x="8489704" y="772654"/>
                    <a:pt x="8547389" y="779646"/>
                  </a:cubicBezTo>
                  <a:cubicBezTo>
                    <a:pt x="8595588" y="785488"/>
                    <a:pt x="8643704" y="792031"/>
                    <a:pt x="8691768" y="798897"/>
                  </a:cubicBezTo>
                  <a:cubicBezTo>
                    <a:pt x="8733544" y="804865"/>
                    <a:pt x="8775003" y="813069"/>
                    <a:pt x="8816896" y="818147"/>
                  </a:cubicBezTo>
                  <a:cubicBezTo>
                    <a:pt x="8880916" y="825907"/>
                    <a:pt x="8945233" y="830981"/>
                    <a:pt x="9009402" y="837398"/>
                  </a:cubicBezTo>
                  <a:cubicBezTo>
                    <a:pt x="9143715" y="834040"/>
                    <a:pt x="9625024" y="836932"/>
                    <a:pt x="9894926" y="808522"/>
                  </a:cubicBezTo>
                  <a:cubicBezTo>
                    <a:pt x="9917488" y="806147"/>
                    <a:pt x="9939791" y="801711"/>
                    <a:pt x="9962303" y="798897"/>
                  </a:cubicBezTo>
                  <a:cubicBezTo>
                    <a:pt x="10171194" y="772785"/>
                    <a:pt x="9927925" y="813896"/>
                    <a:pt x="10328063" y="741145"/>
                  </a:cubicBezTo>
                  <a:cubicBezTo>
                    <a:pt x="10341078" y="738779"/>
                    <a:pt x="10353446" y="733231"/>
                    <a:pt x="10366564" y="731520"/>
                  </a:cubicBezTo>
                  <a:cubicBezTo>
                    <a:pt x="10427346" y="723592"/>
                    <a:pt x="10488484" y="718686"/>
                    <a:pt x="10549444" y="712269"/>
                  </a:cubicBezTo>
                  <a:cubicBezTo>
                    <a:pt x="10555861" y="702644"/>
                    <a:pt x="10560514" y="691573"/>
                    <a:pt x="10568694" y="683393"/>
                  </a:cubicBezTo>
                  <a:cubicBezTo>
                    <a:pt x="10588630" y="663457"/>
                    <a:pt x="10638178" y="627914"/>
                    <a:pt x="10664947" y="616017"/>
                  </a:cubicBezTo>
                  <a:cubicBezTo>
                    <a:pt x="10677036" y="610644"/>
                    <a:pt x="10690614" y="609600"/>
                    <a:pt x="10703448" y="606391"/>
                  </a:cubicBezTo>
                  <a:cubicBezTo>
                    <a:pt x="10716282" y="596766"/>
                    <a:pt x="10727926" y="585306"/>
                    <a:pt x="10741949" y="577515"/>
                  </a:cubicBezTo>
                  <a:cubicBezTo>
                    <a:pt x="10757052" y="569124"/>
                    <a:pt x="10785529" y="574934"/>
                    <a:pt x="10790075" y="558265"/>
                  </a:cubicBezTo>
                  <a:cubicBezTo>
                    <a:pt x="10797858" y="529727"/>
                    <a:pt x="10785873" y="497104"/>
                    <a:pt x="10770825" y="471638"/>
                  </a:cubicBezTo>
                  <a:cubicBezTo>
                    <a:pt x="10743029" y="424599"/>
                    <a:pt x="10703582" y="385144"/>
                    <a:pt x="10664947" y="346509"/>
                  </a:cubicBezTo>
                  <a:cubicBezTo>
                    <a:pt x="10648905" y="330467"/>
                    <a:pt x="10635698" y="310967"/>
                    <a:pt x="10616821" y="298383"/>
                  </a:cubicBezTo>
                  <a:cubicBezTo>
                    <a:pt x="10586974" y="278485"/>
                    <a:pt x="10553500" y="264478"/>
                    <a:pt x="10520568" y="250257"/>
                  </a:cubicBezTo>
                  <a:cubicBezTo>
                    <a:pt x="10412262" y="203489"/>
                    <a:pt x="10308751" y="139806"/>
                    <a:pt x="10193309" y="115503"/>
                  </a:cubicBezTo>
                  <a:cubicBezTo>
                    <a:pt x="10070599" y="89669"/>
                    <a:pt x="9954159" y="58634"/>
                    <a:pt x="9827549" y="57751"/>
                  </a:cubicBezTo>
                  <a:lnTo>
                    <a:pt x="5871566" y="48126"/>
                  </a:lnTo>
                  <a:lnTo>
                    <a:pt x="5630934" y="38501"/>
                  </a:lnTo>
                  <a:lnTo>
                    <a:pt x="4976416" y="9625"/>
                  </a:lnTo>
                  <a:cubicBezTo>
                    <a:pt x="4803225" y="3947"/>
                    <a:pt x="4629907" y="3208"/>
                    <a:pt x="4456652" y="0"/>
                  </a:cubicBezTo>
                  <a:lnTo>
                    <a:pt x="3147616" y="9625"/>
                  </a:lnTo>
                  <a:cubicBezTo>
                    <a:pt x="3060936" y="10689"/>
                    <a:pt x="2974411" y="17927"/>
                    <a:pt x="2887734" y="19250"/>
                  </a:cubicBezTo>
                  <a:lnTo>
                    <a:pt x="1886707" y="28875"/>
                  </a:lnTo>
                  <a:cubicBezTo>
                    <a:pt x="1633206" y="60563"/>
                    <a:pt x="1742318" y="51991"/>
                    <a:pt x="1376568" y="57751"/>
                  </a:cubicBezTo>
                  <a:lnTo>
                    <a:pt x="510294" y="67377"/>
                  </a:lnTo>
                  <a:cubicBezTo>
                    <a:pt x="418124" y="113461"/>
                    <a:pt x="542106" y="57017"/>
                    <a:pt x="385166" y="96252"/>
                  </a:cubicBezTo>
                  <a:cubicBezTo>
                    <a:pt x="361461" y="102178"/>
                    <a:pt x="341363" y="118699"/>
                    <a:pt x="317789" y="125128"/>
                  </a:cubicBezTo>
                  <a:cubicBezTo>
                    <a:pt x="270439" y="138042"/>
                    <a:pt x="173410" y="154004"/>
                    <a:pt x="173410" y="154004"/>
                  </a:cubicBezTo>
                  <a:lnTo>
                    <a:pt x="115659" y="192505"/>
                  </a:lnTo>
                  <a:close/>
                </a:path>
              </a:pathLst>
            </a:cu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7DA10B45-F677-53CB-8B11-1496F3DE46F5}"/>
                </a:ext>
              </a:extLst>
            </p:cNvPr>
            <p:cNvSpPr txBox="1"/>
            <p:nvPr/>
          </p:nvSpPr>
          <p:spPr>
            <a:xfrm>
              <a:off x="11349147" y="5316172"/>
              <a:ext cx="908967" cy="369332"/>
            </a:xfrm>
            <a:custGeom>
              <a:avLst/>
              <a:gdLst>
                <a:gd name="connsiteX0" fmla="*/ 0 w 908967"/>
                <a:gd name="connsiteY0" fmla="*/ 0 h 369332"/>
                <a:gd name="connsiteX1" fmla="*/ 436304 w 908967"/>
                <a:gd name="connsiteY1" fmla="*/ 0 h 369332"/>
                <a:gd name="connsiteX2" fmla="*/ 908967 w 908967"/>
                <a:gd name="connsiteY2" fmla="*/ 0 h 369332"/>
                <a:gd name="connsiteX3" fmla="*/ 908967 w 908967"/>
                <a:gd name="connsiteY3" fmla="*/ 369332 h 369332"/>
                <a:gd name="connsiteX4" fmla="*/ 445394 w 908967"/>
                <a:gd name="connsiteY4" fmla="*/ 369332 h 369332"/>
                <a:gd name="connsiteX5" fmla="*/ 0 w 908967"/>
                <a:gd name="connsiteY5" fmla="*/ 369332 h 369332"/>
                <a:gd name="connsiteX6" fmla="*/ 0 w 908967"/>
                <a:gd name="connsiteY6" fmla="*/ 0 h 3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8967" h="369332" fill="none" extrusionOk="0">
                  <a:moveTo>
                    <a:pt x="0" y="0"/>
                  </a:moveTo>
                  <a:cubicBezTo>
                    <a:pt x="215976" y="-11886"/>
                    <a:pt x="290322" y="23340"/>
                    <a:pt x="436304" y="0"/>
                  </a:cubicBezTo>
                  <a:cubicBezTo>
                    <a:pt x="582286" y="-23340"/>
                    <a:pt x="690502" y="45883"/>
                    <a:pt x="908967" y="0"/>
                  </a:cubicBezTo>
                  <a:cubicBezTo>
                    <a:pt x="914426" y="149267"/>
                    <a:pt x="870642" y="188666"/>
                    <a:pt x="908967" y="369332"/>
                  </a:cubicBezTo>
                  <a:cubicBezTo>
                    <a:pt x="723417" y="392081"/>
                    <a:pt x="542468" y="318957"/>
                    <a:pt x="445394" y="369332"/>
                  </a:cubicBezTo>
                  <a:cubicBezTo>
                    <a:pt x="348320" y="419707"/>
                    <a:pt x="144474" y="326993"/>
                    <a:pt x="0" y="369332"/>
                  </a:cubicBezTo>
                  <a:cubicBezTo>
                    <a:pt x="-20592" y="280748"/>
                    <a:pt x="38280" y="146121"/>
                    <a:pt x="0" y="0"/>
                  </a:cubicBezTo>
                  <a:close/>
                </a:path>
                <a:path w="908967" h="369332" stroke="0" extrusionOk="0">
                  <a:moveTo>
                    <a:pt x="0" y="0"/>
                  </a:moveTo>
                  <a:cubicBezTo>
                    <a:pt x="182970" y="-21002"/>
                    <a:pt x="325064" y="56236"/>
                    <a:pt x="472663" y="0"/>
                  </a:cubicBezTo>
                  <a:cubicBezTo>
                    <a:pt x="620262" y="-56236"/>
                    <a:pt x="802774" y="23612"/>
                    <a:pt x="908967" y="0"/>
                  </a:cubicBezTo>
                  <a:cubicBezTo>
                    <a:pt x="939861" y="150256"/>
                    <a:pt x="864885" y="189768"/>
                    <a:pt x="908967" y="369332"/>
                  </a:cubicBezTo>
                  <a:cubicBezTo>
                    <a:pt x="713067" y="419832"/>
                    <a:pt x="632367" y="347618"/>
                    <a:pt x="481753" y="369332"/>
                  </a:cubicBezTo>
                  <a:cubicBezTo>
                    <a:pt x="331139" y="391046"/>
                    <a:pt x="239372" y="335171"/>
                    <a:pt x="0" y="369332"/>
                  </a:cubicBezTo>
                  <a:cubicBezTo>
                    <a:pt x="-38465" y="219037"/>
                    <a:pt x="23249" y="107323"/>
                    <a:pt x="0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60073389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ONSEN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934E9C5D-7717-B573-9D87-9BFB3EA4DF11}"/>
                </a:ext>
              </a:extLst>
            </p:cNvPr>
            <p:cNvSpPr txBox="1"/>
            <p:nvPr/>
          </p:nvSpPr>
          <p:spPr>
            <a:xfrm>
              <a:off x="10969747" y="954363"/>
              <a:ext cx="908967" cy="369332"/>
            </a:xfrm>
            <a:custGeom>
              <a:avLst/>
              <a:gdLst>
                <a:gd name="connsiteX0" fmla="*/ 0 w 908967"/>
                <a:gd name="connsiteY0" fmla="*/ 0 h 369332"/>
                <a:gd name="connsiteX1" fmla="*/ 463573 w 908967"/>
                <a:gd name="connsiteY1" fmla="*/ 0 h 369332"/>
                <a:gd name="connsiteX2" fmla="*/ 908967 w 908967"/>
                <a:gd name="connsiteY2" fmla="*/ 0 h 369332"/>
                <a:gd name="connsiteX3" fmla="*/ 908967 w 908967"/>
                <a:gd name="connsiteY3" fmla="*/ 369332 h 369332"/>
                <a:gd name="connsiteX4" fmla="*/ 454484 w 908967"/>
                <a:gd name="connsiteY4" fmla="*/ 369332 h 369332"/>
                <a:gd name="connsiteX5" fmla="*/ 0 w 908967"/>
                <a:gd name="connsiteY5" fmla="*/ 369332 h 369332"/>
                <a:gd name="connsiteX6" fmla="*/ 0 w 908967"/>
                <a:gd name="connsiteY6" fmla="*/ 0 h 3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8967" h="369332" fill="none" extrusionOk="0">
                  <a:moveTo>
                    <a:pt x="0" y="0"/>
                  </a:moveTo>
                  <a:cubicBezTo>
                    <a:pt x="218134" y="-12296"/>
                    <a:pt x="317764" y="39929"/>
                    <a:pt x="463573" y="0"/>
                  </a:cubicBezTo>
                  <a:cubicBezTo>
                    <a:pt x="609382" y="-39929"/>
                    <a:pt x="755835" y="1079"/>
                    <a:pt x="908967" y="0"/>
                  </a:cubicBezTo>
                  <a:cubicBezTo>
                    <a:pt x="912521" y="106873"/>
                    <a:pt x="906155" y="206771"/>
                    <a:pt x="908967" y="369332"/>
                  </a:cubicBezTo>
                  <a:cubicBezTo>
                    <a:pt x="811960" y="401427"/>
                    <a:pt x="625959" y="321900"/>
                    <a:pt x="454484" y="369332"/>
                  </a:cubicBezTo>
                  <a:cubicBezTo>
                    <a:pt x="283009" y="416764"/>
                    <a:pt x="147083" y="331687"/>
                    <a:pt x="0" y="369332"/>
                  </a:cubicBezTo>
                  <a:cubicBezTo>
                    <a:pt x="-31016" y="244950"/>
                    <a:pt x="10681" y="137163"/>
                    <a:pt x="0" y="0"/>
                  </a:cubicBezTo>
                  <a:close/>
                </a:path>
                <a:path w="908967" h="369332" stroke="0" extrusionOk="0">
                  <a:moveTo>
                    <a:pt x="0" y="0"/>
                  </a:moveTo>
                  <a:cubicBezTo>
                    <a:pt x="107012" y="-38928"/>
                    <a:pt x="285327" y="45523"/>
                    <a:pt x="463573" y="0"/>
                  </a:cubicBezTo>
                  <a:cubicBezTo>
                    <a:pt x="641819" y="-45523"/>
                    <a:pt x="752115" y="3604"/>
                    <a:pt x="908967" y="0"/>
                  </a:cubicBezTo>
                  <a:cubicBezTo>
                    <a:pt x="932768" y="165358"/>
                    <a:pt x="884040" y="265442"/>
                    <a:pt x="908967" y="369332"/>
                  </a:cubicBezTo>
                  <a:cubicBezTo>
                    <a:pt x="722652" y="401787"/>
                    <a:pt x="585821" y="337653"/>
                    <a:pt x="463573" y="369332"/>
                  </a:cubicBezTo>
                  <a:cubicBezTo>
                    <a:pt x="341325" y="401011"/>
                    <a:pt x="205460" y="364399"/>
                    <a:pt x="0" y="369332"/>
                  </a:cubicBezTo>
                  <a:cubicBezTo>
                    <a:pt x="-24820" y="263029"/>
                    <a:pt x="28410" y="127110"/>
                    <a:pt x="0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81394831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ONSEN</a:t>
              </a:r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BCB24E0-A314-53A6-D034-A7491B077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Consolidated List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2EBB70-4E3C-8B99-C841-B12591177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162"/>
            <a:ext cx="11353800" cy="499918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Put </a:t>
            </a:r>
            <a:r>
              <a:rPr lang="en-US" sz="2000" b="1" i="1" dirty="0">
                <a:solidFill>
                  <a:srgbClr val="00B0F0"/>
                </a:solidFill>
              </a:rPr>
              <a:t>more focus on service and network </a:t>
            </a:r>
            <a:r>
              <a:rPr lang="en-US" sz="2000" dirty="0"/>
              <a:t>data models while ensuring that the </a:t>
            </a:r>
            <a:r>
              <a:rPr lang="en-US" sz="2000" b="1" i="1" dirty="0">
                <a:solidFill>
                  <a:srgbClr val="00B0F0"/>
                </a:solidFill>
              </a:rPr>
              <a:t>realization</a:t>
            </a:r>
            <a:r>
              <a:rPr lang="en-US" sz="2000" dirty="0"/>
              <a:t> of these abstractions can be easily correlated with underlying functionalities (OPS-REQ-STRENGTHEN-DM, OPS-REQ-INTEGRATION)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Progress </a:t>
            </a:r>
            <a:r>
              <a:rPr lang="en-US" sz="2000" b="1" i="1" dirty="0">
                <a:solidFill>
                  <a:srgbClr val="00B0F0"/>
                </a:solidFill>
              </a:rPr>
              <a:t>much faster </a:t>
            </a:r>
            <a:r>
              <a:rPr lang="en-US" sz="2000" dirty="0"/>
              <a:t>(OPS-REQ-QUICK-BUT-WELL, OPS-REQ-TIMELY-DM)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Implement </a:t>
            </a:r>
            <a:r>
              <a:rPr lang="en-US" sz="2000" b="1" i="1" dirty="0">
                <a:solidFill>
                  <a:srgbClr val="00B0F0"/>
                </a:solidFill>
              </a:rPr>
              <a:t>minimal functionality</a:t>
            </a:r>
            <a:r>
              <a:rPr lang="en-US" sz="2000" dirty="0"/>
              <a:t>, not bells and whistles (OPS-REQ-ITERATE)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Have </a:t>
            </a:r>
            <a:r>
              <a:rPr lang="en-US" sz="2000" b="1" dirty="0">
                <a:solidFill>
                  <a:srgbClr val="00B0F0"/>
                </a:solidFill>
              </a:rPr>
              <a:t>running code </a:t>
            </a:r>
            <a:r>
              <a:rPr lang="en-US" sz="2000" dirty="0"/>
              <a:t>while a specification is under development (OPS-REQ-READILY-IMPLEM, OPS-REQ-TOOLS)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Have vendors and operators </a:t>
            </a:r>
            <a:r>
              <a:rPr lang="en-US" sz="2000" b="1" i="1" dirty="0">
                <a:solidFill>
                  <a:srgbClr val="00B0F0"/>
                </a:solidFill>
              </a:rPr>
              <a:t>on board </a:t>
            </a:r>
            <a:r>
              <a:rPr lang="en-US" sz="2000" dirty="0"/>
              <a:t>at the time of developing the solution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Provide </a:t>
            </a:r>
            <a:r>
              <a:rPr lang="en-US" sz="2000" b="1" i="1" dirty="0">
                <a:solidFill>
                  <a:srgbClr val="00B0F0"/>
                </a:solidFill>
              </a:rPr>
              <a:t>independent compliance suites </a:t>
            </a:r>
            <a:r>
              <a:rPr lang="en-US" sz="2000" dirty="0"/>
              <a:t>to validate features (OPS-REQ-GUIDE-AND-PROFILE)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Need for means to </a:t>
            </a:r>
            <a:r>
              <a:rPr lang="en-US" sz="2000" b="1" i="1" dirty="0">
                <a:solidFill>
                  <a:srgbClr val="00B0F0"/>
                </a:solidFill>
              </a:rPr>
              <a:t>correlate data </a:t>
            </a:r>
            <a:r>
              <a:rPr lang="en-US" sz="2000" dirty="0"/>
              <a:t>learned from different means (OPS-REQ-REUSABILITY)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Investigate approaches to </a:t>
            </a:r>
            <a:r>
              <a:rPr lang="en-US" sz="2000" b="1" i="1" dirty="0">
                <a:solidFill>
                  <a:srgbClr val="00B0F0"/>
                </a:solidFill>
              </a:rPr>
              <a:t>ease adoption and integration </a:t>
            </a:r>
            <a:r>
              <a:rPr lang="en-US" sz="2000" dirty="0"/>
              <a:t>into an operator’s environments (OPS-REQ-EASE-EXPOSURE, OPS-REQ-DM2API, OPS-REQ-INTEGRATION)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Network-centric </a:t>
            </a:r>
            <a:r>
              <a:rPr lang="en-US" sz="2000" b="1" i="1" dirty="0">
                <a:solidFill>
                  <a:srgbClr val="00B0F0"/>
                </a:solidFill>
              </a:rPr>
              <a:t>approaches have limits</a:t>
            </a:r>
            <a:r>
              <a:rPr lang="en-US" sz="2000" dirty="0"/>
              <a:t>, need to better integrate and learn from techniques in </a:t>
            </a:r>
            <a:r>
              <a:rPr lang="en-US" sz="2000" b="1" i="1" dirty="0">
                <a:solidFill>
                  <a:srgbClr val="00B0F0"/>
                </a:solidFill>
              </a:rPr>
              <a:t>other domains</a:t>
            </a:r>
            <a:r>
              <a:rPr lang="en-US" sz="2000" dirty="0"/>
              <a:t> (OPS-REQ-BRIDGE)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fr-FR" sz="24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0FB534-90B2-9F34-79F6-EC3349162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AB3086-DE1C-4E19-8CD7-9E76252A0DD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348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507402-B120-BB5E-EBB5-F1DDC03C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Open Discussion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D49DC7-34BA-71B8-AD7A-B4DB2A09F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Should the consolidated list be further trimmed?</a:t>
            </a:r>
          </a:p>
          <a:p>
            <a:endParaRPr lang="en-US" noProof="0" dirty="0"/>
          </a:p>
          <a:p>
            <a:r>
              <a:rPr lang="en-US" noProof="0" dirty="0"/>
              <a:t>Should the list be ordered?</a:t>
            </a:r>
          </a:p>
          <a:p>
            <a:endParaRPr lang="en-US" noProof="0" dirty="0"/>
          </a:p>
          <a:p>
            <a:r>
              <a:rPr lang="en-US" noProof="0" dirty="0"/>
              <a:t>Is there any missing important recommendations?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794267-0D20-1FD9-585B-60B36E36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AB3086-DE1C-4E19-8CD7-9E76252A0DD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1210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467</Words>
  <Application>Microsoft Office PowerPoint</Application>
  <PresentationFormat>Grand écran</PresentationFormat>
  <Paragraphs>53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1_Tema de Office</vt:lpstr>
      <vt:lpstr>An Update of Operators Requirements on Network Management Protocols and Modelling  draft-ietf-nmop-rfc3535-20years-later</vt:lpstr>
      <vt:lpstr>Status</vt:lpstr>
      <vt:lpstr>Consolidated List</vt:lpstr>
      <vt:lpstr>Consolidated List</vt:lpstr>
      <vt:lpstr>Open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NMOP IETF#125 3535 Requirements Updates</dc:title>
  <dc:creator>Mohamed Boucadair</dc:creator>
  <cp:lastModifiedBy>BOUCADAIR Mohamed INNOV/NET</cp:lastModifiedBy>
  <cp:revision>1</cp:revision>
  <dcterms:created xsi:type="dcterms:W3CDTF">2025-11-01T14:34:20Z</dcterms:created>
  <dcterms:modified xsi:type="dcterms:W3CDTF">2026-03-12T15:59:55Z</dcterms:modified>
</cp:coreProperties>
</file>